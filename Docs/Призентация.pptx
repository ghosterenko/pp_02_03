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4.xml" ContentType="application/vnd.openxmlformats-officedocument.presentationml.slideLayout+xml"/>
  <Override PartName="/ppt/slideLayouts/slideLayout13.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Lst>
  <p:sldSz cx="10080625" cy="567055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5.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Freshes">
    <p:spTree>
      <p:nvGrpSpPr>
        <p:cNvPr id="1" name=""/>
        <p:cNvGrpSpPr/>
        <p:nvPr/>
      </p:nvGrpSpPr>
      <p:grpSpPr>
        <a:xfrm>
          <a:off x="0" y="0"/>
          <a:ext cx="0" cy="0"/>
          <a:chOff x="0" y="0"/>
          <a:chExt cx="0" cy="0"/>
        </a:xfrm>
      </p:grpSpPr>
      <p:pic>
        <p:nvPicPr>
          <p:cNvPr id="2" name=""/>
          <p:cNvPicPr/>
          <p:nvPr/>
        </p:nvPicPr>
        <p:blipFill>
          <a:blip r:embed="rId2"/>
          <a:stretch/>
        </p:blipFill>
        <p:spPr>
          <a:xfrm>
            <a:off x="0" y="0"/>
            <a:ext cx="10080000" cy="5670000"/>
          </a:xfrm>
          <a:prstGeom prst="rect">
            <a:avLst/>
          </a:prstGeom>
          <a:noFill/>
          <a:ln w="0">
            <a:noFill/>
          </a:ln>
        </p:spPr>
      </p:pic>
      <p:sp>
        <p:nvSpPr>
          <p:cNvPr id="3" name="PlaceHolder 1"/>
          <p:cNvSpPr>
            <a:spLocks noGrp="1"/>
          </p:cNvSpPr>
          <p:nvPr>
            <p:ph type="title"/>
          </p:nvPr>
        </p:nvSpPr>
        <p:spPr>
          <a:xfrm>
            <a:off x="720000" y="576000"/>
            <a:ext cx="8640000" cy="2520000"/>
          </a:xfrm>
          <a:prstGeom prst="rect">
            <a:avLst/>
          </a:prstGeom>
          <a:noFill/>
          <a:ln w="0">
            <a:noFill/>
          </a:ln>
        </p:spPr>
        <p:txBody>
          <a:bodyPr lIns="0" tIns="0" rIns="0" bIns="0" anchor="ctr">
            <a:normAutofit fontScale="77500" lnSpcReduction="19999"/>
          </a:bodyPr>
          <a:lstStyle>
            <a:lvl1pPr indent="0" algn="l">
              <a:buNone/>
              <a:defRPr lang="ru-RU" sz="7200" b="1" u="none" strike="noStrike">
                <a:solidFill>
                  <a:srgbClr val="FFFFFF"/>
                </a:solidFill>
                <a:effectLst/>
                <a:uFillTx/>
                <a:latin typeface="Noto Sans"/>
              </a:defRPr>
            </a:lvl1pPr>
          </a:lstStyle>
          <a:p>
            <a:pPr indent="0" algn="l">
              <a:buNone/>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4" name="PlaceHolder 2"/>
          <p:cNvSpPr>
            <a:spLocks noGrp="1"/>
          </p:cNvSpPr>
          <p:nvPr>
            <p:ph type="body"/>
          </p:nvPr>
        </p:nvSpPr>
        <p:spPr>
          <a:xfrm>
            <a:off x="720000" y="3312000"/>
            <a:ext cx="6840000" cy="1980000"/>
          </a:xfrm>
          <a:prstGeom prst="rect">
            <a:avLst/>
          </a:prstGeom>
          <a:noFill/>
          <a:ln w="0">
            <a:noFill/>
          </a:ln>
        </p:spPr>
        <p:txBody>
          <a:bodyPr lIns="0" tIns="0" rIns="0" bIns="0" anchor="t">
            <a:normAutofit fontScale="70000" lnSpcReduction="19999"/>
          </a:bodyPr>
          <a:lstStyle>
            <a:lvl1pPr algn="l">
              <a:spcBef>
                <a:spcPts val="1417"/>
              </a:spcBef>
              <a:buClr>
                <a:srgbClr val="FFFFFF"/>
              </a:buClr>
              <a:buSzPct val="45000"/>
              <a:buFont typeface="Wingdings" charset="2"/>
              <a:buChar char=""/>
              <a:defRPr lang="ru-RU" sz="3200" b="0" u="none" strike="noStrike">
                <a:solidFill>
                  <a:srgbClr val="FFFFFF"/>
                </a:solidFill>
                <a:effectLst/>
                <a:uFillTx/>
                <a:latin typeface="Noto Sans"/>
              </a:defRPr>
            </a:lvl1pPr>
            <a:lvl2pPr lvl="1" algn="l">
              <a:spcBef>
                <a:spcPts val="1134"/>
              </a:spcBef>
              <a:buClr>
                <a:srgbClr val="FFFFFF"/>
              </a:buClr>
              <a:buSzPct val="75000"/>
              <a:buFont typeface="Symbol" charset="2"/>
              <a:buChar char=""/>
              <a:defRPr lang="ru-RU" sz="2800" b="0" u="none" strike="noStrike">
                <a:solidFill>
                  <a:srgbClr val="FFFFFF"/>
                </a:solidFill>
                <a:effectLst/>
                <a:uFillTx/>
                <a:latin typeface="Noto Sans"/>
              </a:defRPr>
            </a:lvl2pPr>
            <a:lvl3pPr lvl="2" algn="l">
              <a:spcBef>
                <a:spcPts val="850"/>
              </a:spcBef>
              <a:buClr>
                <a:srgbClr val="FFFFFF"/>
              </a:buClr>
              <a:buSzPct val="45000"/>
              <a:buFont typeface="Wingdings" charset="2"/>
              <a:buChar char=""/>
              <a:defRPr lang="ru-RU" sz="2400" b="0" u="none" strike="noStrike">
                <a:solidFill>
                  <a:srgbClr val="FFFFFF"/>
                </a:solidFill>
                <a:effectLst/>
                <a:uFillTx/>
                <a:latin typeface="Noto Sans"/>
              </a:defRPr>
            </a:lvl3pPr>
            <a:lvl4pPr lvl="3" algn="l">
              <a:spcBef>
                <a:spcPts val="567"/>
              </a:spcBef>
              <a:buClr>
                <a:srgbClr val="FFFFFF"/>
              </a:buClr>
              <a:buSzPct val="75000"/>
              <a:buFont typeface="Symbol" charset="2"/>
              <a:buChar char=""/>
              <a:defRPr lang="ru-RU" sz="2000" b="0" u="none" strike="noStrike">
                <a:solidFill>
                  <a:srgbClr val="FFFFFF"/>
                </a:solidFill>
                <a:effectLst/>
                <a:uFillTx/>
                <a:latin typeface="Noto Sans"/>
              </a:defRPr>
            </a:lvl4pPr>
            <a:lvl5pPr lvl="4"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5pPr>
            <a:lvl6pPr lvl="5"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6pPr>
            <a:lvl7pPr lvl="6"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7pPr>
          </a:lstStyle>
          <a:p>
            <a:pPr marL="432000" indent="-324000" algn="l">
              <a:spcBef>
                <a:spcPts val="1417"/>
              </a:spcBef>
              <a:buClr>
                <a:srgbClr val="FFFFFF"/>
              </a:buClr>
              <a:buSzPct val="45000"/>
              <a:buFont typeface="Wingdings" charset="2"/>
              <a:buChar char=""/>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864000" lvl="1" indent="-324000" algn="l">
              <a:spcBef>
                <a:spcPts val="1134"/>
              </a:spcBef>
              <a:buClr>
                <a:srgbClr val="FFFFFF"/>
              </a:buClr>
              <a:buSzPct val="75000"/>
              <a:buFont typeface="Symbol" charset="2"/>
              <a:buChar char=""/>
            </a:pPr>
            <a:r>
              <a:rPr lang="ru-RU" sz="2800" b="0" u="none" strike="noStrike">
                <a:solidFill>
                  <a:srgbClr val="FFFFFF"/>
                </a:solidFill>
                <a:effectLst/>
                <a:uFillTx/>
                <a:latin typeface="Noto Sans"/>
              </a:rPr>
              <a:t>Второй уровень структуры</a:t>
            </a:r>
            <a:endParaRPr lang="ru-RU" sz="2800" b="0" u="none" strike="noStrike">
              <a:solidFill>
                <a:srgbClr val="FFFFFF"/>
              </a:solidFill>
              <a:effectLst/>
              <a:uFillTx/>
              <a:latin typeface="Noto Sans"/>
            </a:endParaRPr>
          </a:p>
          <a:p>
            <a:pPr marL="1296000" lvl="2" indent="-288000" algn="l">
              <a:spcBef>
                <a:spcPts val="850"/>
              </a:spcBef>
              <a:buClr>
                <a:srgbClr val="FFFFFF"/>
              </a:buClr>
              <a:buSzPct val="45000"/>
              <a:buFont typeface="Wingdings" charset="2"/>
              <a:buChar char=""/>
            </a:pPr>
            <a:r>
              <a:rPr lang="ru-RU" sz="2400" b="0" u="none" strike="noStrike">
                <a:solidFill>
                  <a:srgbClr val="FFFFFF"/>
                </a:solidFill>
                <a:effectLst/>
                <a:uFillTx/>
                <a:latin typeface="Noto Sans"/>
              </a:rPr>
              <a:t>Третий уровень структуры</a:t>
            </a:r>
            <a:endParaRPr lang="ru-RU" sz="2400" b="0" u="none" strike="noStrike">
              <a:solidFill>
                <a:srgbClr val="FFFFFF"/>
              </a:solidFill>
              <a:effectLst/>
              <a:uFillTx/>
              <a:latin typeface="Noto Sans"/>
            </a:endParaRPr>
          </a:p>
          <a:p>
            <a:pPr marL="1728000" lvl="3" indent="-216000" algn="l">
              <a:spcBef>
                <a:spcPts val="567"/>
              </a:spcBef>
              <a:buClr>
                <a:srgbClr val="FFFFFF"/>
              </a:buClr>
              <a:buSzPct val="75000"/>
              <a:buFont typeface="Symbol" charset="2"/>
              <a:buChar char=""/>
            </a:pPr>
            <a:r>
              <a:rPr lang="ru-RU" sz="2000" b="0" u="none" strike="noStrike">
                <a:solidFill>
                  <a:srgbClr val="FFFFFF"/>
                </a:solidFill>
                <a:effectLst/>
                <a:uFillTx/>
                <a:latin typeface="Noto Sans"/>
              </a:rPr>
              <a:t>Четвёртый уровень структуры</a:t>
            </a:r>
            <a:endParaRPr lang="ru-RU" sz="2000" b="0" u="none" strike="noStrike">
              <a:solidFill>
                <a:srgbClr val="FFFFFF"/>
              </a:solidFill>
              <a:effectLst/>
              <a:uFillTx/>
              <a:latin typeface="Noto Sans"/>
            </a:endParaRPr>
          </a:p>
          <a:p>
            <a:pPr marL="2160000" lvl="4"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Пятый уровень структуры</a:t>
            </a:r>
            <a:endParaRPr lang="ru-RU" sz="2000" b="0" u="none" strike="noStrike">
              <a:solidFill>
                <a:srgbClr val="FFFFFF"/>
              </a:solidFill>
              <a:effectLst/>
              <a:uFillTx/>
              <a:latin typeface="Noto Sans"/>
            </a:endParaRPr>
          </a:p>
          <a:p>
            <a:pPr marL="2592000" lvl="5"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Шестой уровень структуры</a:t>
            </a:r>
            <a:endParaRPr lang="ru-RU" sz="2000" b="0" u="none" strike="noStrike">
              <a:solidFill>
                <a:srgbClr val="FFFFFF"/>
              </a:solidFill>
              <a:effectLst/>
              <a:uFillTx/>
              <a:latin typeface="Noto Sans"/>
            </a:endParaRPr>
          </a:p>
          <a:p>
            <a:pPr marL="3024000" lvl="6"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Седьмой уровень структуры</a:t>
            </a:r>
            <a:endParaRPr lang="ru-RU" sz="2000" b="0" u="none" strike="noStrike">
              <a:solidFill>
                <a:srgbClr val="FFFFFF"/>
              </a:solidFill>
              <a:effectLst/>
              <a:uFillTx/>
              <a:latin typeface="Noto Sans"/>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Freshes">
    <p:spTree>
      <p:nvGrpSpPr>
        <p:cNvPr id="1" name=""/>
        <p:cNvGrpSpPr/>
        <p:nvPr/>
      </p:nvGrpSpPr>
      <p:grpSpPr>
        <a:xfrm>
          <a:off x="0" y="0"/>
          <a:ext cx="0" cy="0"/>
          <a:chOff x="0" y="0"/>
          <a:chExt cx="0" cy="0"/>
        </a:xfrm>
      </p:grpSpPr>
      <p:pic>
        <p:nvPicPr>
          <p:cNvPr id="5" name=""/>
          <p:cNvPicPr/>
          <p:nvPr/>
        </p:nvPicPr>
        <p:blipFill>
          <a:blip r:embed="rId2"/>
          <a:stretch/>
        </p:blipFill>
        <p:spPr>
          <a:xfrm>
            <a:off x="0" y="0"/>
            <a:ext cx="10080000" cy="5670000"/>
          </a:xfrm>
          <a:prstGeom prst="rect">
            <a:avLst/>
          </a:prstGeom>
          <a:noFill/>
          <a:ln w="0">
            <a:noFill/>
          </a:ln>
        </p:spPr>
      </p:pic>
      <p:sp>
        <p:nvSpPr>
          <p:cNvPr id="6" name="PlaceHolder 1"/>
          <p:cNvSpPr>
            <a:spLocks noGrp="1"/>
          </p:cNvSpPr>
          <p:nvPr>
            <p:ph type="title"/>
          </p:nvPr>
        </p:nvSpPr>
        <p:spPr>
          <a:xfrm>
            <a:off x="720000" y="576000"/>
            <a:ext cx="8640000" cy="2520000"/>
          </a:xfrm>
          <a:prstGeom prst="rect">
            <a:avLst/>
          </a:prstGeom>
          <a:noFill/>
          <a:ln w="0">
            <a:noFill/>
          </a:ln>
        </p:spPr>
        <p:txBody>
          <a:bodyPr lIns="0" tIns="0" rIns="0" bIns="0" anchor="ctr">
            <a:normAutofit fontScale="77500" lnSpcReduction="19999"/>
          </a:bodyPr>
          <a:lstStyle>
            <a:lvl1pPr indent="0" algn="l">
              <a:buNone/>
              <a:defRPr lang="ru-RU" sz="7200" b="1" u="none" strike="noStrike">
                <a:solidFill>
                  <a:srgbClr val="FFFFFF"/>
                </a:solidFill>
                <a:effectLst/>
                <a:uFillTx/>
                <a:latin typeface="Noto Sans"/>
              </a:defRPr>
            </a:lvl1pPr>
          </a:lstStyle>
          <a:p>
            <a:pPr indent="0" algn="l">
              <a:buNone/>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7" name="PlaceHolder 2"/>
          <p:cNvSpPr>
            <a:spLocks noGrp="1"/>
          </p:cNvSpPr>
          <p:nvPr>
            <p:ph type="body"/>
          </p:nvPr>
        </p:nvSpPr>
        <p:spPr>
          <a:xfrm>
            <a:off x="720000" y="3312000"/>
            <a:ext cx="6840000" cy="1980000"/>
          </a:xfrm>
          <a:prstGeom prst="rect">
            <a:avLst/>
          </a:prstGeom>
          <a:noFill/>
          <a:ln w="0">
            <a:noFill/>
          </a:ln>
        </p:spPr>
        <p:txBody>
          <a:bodyPr lIns="0" tIns="0" rIns="0" bIns="0" anchor="t">
            <a:normAutofit fontScale="70000" lnSpcReduction="19999"/>
          </a:bodyPr>
          <a:lstStyle>
            <a:lvl1pPr algn="l">
              <a:spcBef>
                <a:spcPts val="1417"/>
              </a:spcBef>
              <a:buClr>
                <a:srgbClr val="FFFFFF"/>
              </a:buClr>
              <a:buSzPct val="45000"/>
              <a:buFont typeface="Wingdings" charset="2"/>
              <a:buChar char=""/>
              <a:defRPr lang="ru-RU" sz="3200" b="0" u="none" strike="noStrike">
                <a:solidFill>
                  <a:srgbClr val="FFFFFF"/>
                </a:solidFill>
                <a:effectLst/>
                <a:uFillTx/>
                <a:latin typeface="Noto Sans"/>
              </a:defRPr>
            </a:lvl1pPr>
            <a:lvl2pPr lvl="1" algn="l">
              <a:spcBef>
                <a:spcPts val="1134"/>
              </a:spcBef>
              <a:buClr>
                <a:srgbClr val="FFFFFF"/>
              </a:buClr>
              <a:buSzPct val="75000"/>
              <a:buFont typeface="Symbol" charset="2"/>
              <a:buChar char=""/>
              <a:defRPr lang="ru-RU" sz="2800" b="0" u="none" strike="noStrike">
                <a:solidFill>
                  <a:srgbClr val="FFFFFF"/>
                </a:solidFill>
                <a:effectLst/>
                <a:uFillTx/>
                <a:latin typeface="Noto Sans"/>
              </a:defRPr>
            </a:lvl2pPr>
            <a:lvl3pPr lvl="2" algn="l">
              <a:spcBef>
                <a:spcPts val="850"/>
              </a:spcBef>
              <a:buClr>
                <a:srgbClr val="FFFFFF"/>
              </a:buClr>
              <a:buSzPct val="45000"/>
              <a:buFont typeface="Wingdings" charset="2"/>
              <a:buChar char=""/>
              <a:defRPr lang="ru-RU" sz="2400" b="0" u="none" strike="noStrike">
                <a:solidFill>
                  <a:srgbClr val="FFFFFF"/>
                </a:solidFill>
                <a:effectLst/>
                <a:uFillTx/>
                <a:latin typeface="Noto Sans"/>
              </a:defRPr>
            </a:lvl3pPr>
            <a:lvl4pPr lvl="3" algn="l">
              <a:spcBef>
                <a:spcPts val="567"/>
              </a:spcBef>
              <a:buClr>
                <a:srgbClr val="FFFFFF"/>
              </a:buClr>
              <a:buSzPct val="75000"/>
              <a:buFont typeface="Symbol" charset="2"/>
              <a:buChar char=""/>
              <a:defRPr lang="ru-RU" sz="2000" b="0" u="none" strike="noStrike">
                <a:solidFill>
                  <a:srgbClr val="FFFFFF"/>
                </a:solidFill>
                <a:effectLst/>
                <a:uFillTx/>
                <a:latin typeface="Noto Sans"/>
              </a:defRPr>
            </a:lvl4pPr>
            <a:lvl5pPr lvl="4"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5pPr>
            <a:lvl6pPr lvl="5"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6pPr>
            <a:lvl7pPr lvl="6"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7pPr>
          </a:lstStyle>
          <a:p>
            <a:pPr marL="432000" indent="-324000" algn="l">
              <a:spcBef>
                <a:spcPts val="1417"/>
              </a:spcBef>
              <a:buClr>
                <a:srgbClr val="FFFFFF"/>
              </a:buClr>
              <a:buSzPct val="45000"/>
              <a:buFont typeface="Wingdings" charset="2"/>
              <a:buChar char=""/>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864000" lvl="1" indent="-324000" algn="l">
              <a:spcBef>
                <a:spcPts val="1134"/>
              </a:spcBef>
              <a:buClr>
                <a:srgbClr val="FFFFFF"/>
              </a:buClr>
              <a:buSzPct val="75000"/>
              <a:buFont typeface="Symbol" charset="2"/>
              <a:buChar char=""/>
            </a:pPr>
            <a:r>
              <a:rPr lang="ru-RU" sz="2800" b="0" u="none" strike="noStrike">
                <a:solidFill>
                  <a:srgbClr val="FFFFFF"/>
                </a:solidFill>
                <a:effectLst/>
                <a:uFillTx/>
                <a:latin typeface="Noto Sans"/>
              </a:rPr>
              <a:t>Второй уровень структуры</a:t>
            </a:r>
            <a:endParaRPr lang="ru-RU" sz="2800" b="0" u="none" strike="noStrike">
              <a:solidFill>
                <a:srgbClr val="FFFFFF"/>
              </a:solidFill>
              <a:effectLst/>
              <a:uFillTx/>
              <a:latin typeface="Noto Sans"/>
            </a:endParaRPr>
          </a:p>
          <a:p>
            <a:pPr marL="1296000" lvl="2" indent="-288000" algn="l">
              <a:spcBef>
                <a:spcPts val="850"/>
              </a:spcBef>
              <a:buClr>
                <a:srgbClr val="FFFFFF"/>
              </a:buClr>
              <a:buSzPct val="45000"/>
              <a:buFont typeface="Wingdings" charset="2"/>
              <a:buChar char=""/>
            </a:pPr>
            <a:r>
              <a:rPr lang="ru-RU" sz="2400" b="0" u="none" strike="noStrike">
                <a:solidFill>
                  <a:srgbClr val="FFFFFF"/>
                </a:solidFill>
                <a:effectLst/>
                <a:uFillTx/>
                <a:latin typeface="Noto Sans"/>
              </a:rPr>
              <a:t>Третий уровень структуры</a:t>
            </a:r>
            <a:endParaRPr lang="ru-RU" sz="2400" b="0" u="none" strike="noStrike">
              <a:solidFill>
                <a:srgbClr val="FFFFFF"/>
              </a:solidFill>
              <a:effectLst/>
              <a:uFillTx/>
              <a:latin typeface="Noto Sans"/>
            </a:endParaRPr>
          </a:p>
          <a:p>
            <a:pPr marL="1728000" lvl="3" indent="-216000" algn="l">
              <a:spcBef>
                <a:spcPts val="567"/>
              </a:spcBef>
              <a:buClr>
                <a:srgbClr val="FFFFFF"/>
              </a:buClr>
              <a:buSzPct val="75000"/>
              <a:buFont typeface="Symbol" charset="2"/>
              <a:buChar char=""/>
            </a:pPr>
            <a:r>
              <a:rPr lang="ru-RU" sz="2000" b="0" u="none" strike="noStrike">
                <a:solidFill>
                  <a:srgbClr val="FFFFFF"/>
                </a:solidFill>
                <a:effectLst/>
                <a:uFillTx/>
                <a:latin typeface="Noto Sans"/>
              </a:rPr>
              <a:t>Четвёртый уровень структуры</a:t>
            </a:r>
            <a:endParaRPr lang="ru-RU" sz="2000" b="0" u="none" strike="noStrike">
              <a:solidFill>
                <a:srgbClr val="FFFFFF"/>
              </a:solidFill>
              <a:effectLst/>
              <a:uFillTx/>
              <a:latin typeface="Noto Sans"/>
            </a:endParaRPr>
          </a:p>
          <a:p>
            <a:pPr marL="2160000" lvl="4"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Пятый уровень структуры</a:t>
            </a:r>
            <a:endParaRPr lang="ru-RU" sz="2000" b="0" u="none" strike="noStrike">
              <a:solidFill>
                <a:srgbClr val="FFFFFF"/>
              </a:solidFill>
              <a:effectLst/>
              <a:uFillTx/>
              <a:latin typeface="Noto Sans"/>
            </a:endParaRPr>
          </a:p>
          <a:p>
            <a:pPr marL="2592000" lvl="5"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Шестой уровень структуры</a:t>
            </a:r>
            <a:endParaRPr lang="ru-RU" sz="2000" b="0" u="none" strike="noStrike">
              <a:solidFill>
                <a:srgbClr val="FFFFFF"/>
              </a:solidFill>
              <a:effectLst/>
              <a:uFillTx/>
              <a:latin typeface="Noto Sans"/>
            </a:endParaRPr>
          </a:p>
          <a:p>
            <a:pPr marL="3024000" lvl="6"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Седьмой уровень структуры</a:t>
            </a:r>
            <a:endParaRPr lang="ru-RU" sz="2000" b="0" u="none" strike="noStrike">
              <a:solidFill>
                <a:srgbClr val="FFFFFF"/>
              </a:solidFill>
              <a:effectLst/>
              <a:uFillTx/>
              <a:latin typeface="Noto Sans"/>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One Bullet">
    <p:bg>
      <p:bgPr>
        <a:blipFill rotWithShape="0">
          <a:blip r:embed="rId2"/>
          <a:stretch/>
        </a:blipFill>
      </p:bgPr>
    </p:bg>
    <p:spTree>
      <p:nvGrpSpPr>
        <p:cNvPr id="1" name=""/>
        <p:cNvGrpSpPr/>
        <p:nvPr/>
      </p:nvGrpSpPr>
      <p:grpSpPr>
        <a:xfrm>
          <a:off x="0" y="0"/>
          <a:ext cx="0" cy="0"/>
          <a:chOff x="0" y="0"/>
          <a:chExt cx="0" cy="0"/>
        </a:xfrm>
      </p:grpSpPr>
      <p:sp>
        <p:nvSpPr>
          <p:cNvPr id="8" name=""/>
          <p:cNvSpPr/>
          <p:nvPr/>
        </p:nvSpPr>
        <p:spPr>
          <a:xfrm>
            <a:off x="0" y="0"/>
            <a:ext cx="10080000" cy="5670000"/>
          </a:xfrm>
          <a:prstGeom prst="rect">
            <a:avLst/>
          </a:prstGeom>
          <a:solidFill>
            <a:srgbClr val="0D84A1">
              <a:alpha val="45000"/>
            </a:srgbClr>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FFFFFF"/>
              </a:solidFill>
              <a:effectLst/>
              <a:uFillTx/>
              <a:latin typeface="Noto Sans"/>
            </a:endParaRPr>
          </a:p>
        </p:txBody>
      </p:sp>
      <p:sp>
        <p:nvSpPr>
          <p:cNvPr id="9" name="PlaceHolder 1"/>
          <p:cNvSpPr>
            <a:spLocks noGrp="1"/>
          </p:cNvSpPr>
          <p:nvPr>
            <p:ph type="title"/>
          </p:nvPr>
        </p:nvSpPr>
        <p:spPr>
          <a:xfrm>
            <a:off x="540000" y="216000"/>
            <a:ext cx="9000000" cy="936000"/>
          </a:xfrm>
          <a:prstGeom prst="rect">
            <a:avLst/>
          </a:prstGeom>
          <a:noFill/>
          <a:ln w="0">
            <a:noFill/>
          </a:ln>
        </p:spPr>
        <p:txBody>
          <a:bodyPr lIns="0" tIns="0" rIns="0" bIns="0" anchor="ctr">
            <a:normAutofit fontScale="70000" lnSpcReduction="19999"/>
          </a:bodyPr>
          <a:lstStyle>
            <a:lvl1pPr indent="0" algn="ctr">
              <a:buNone/>
              <a:defRPr lang="ru-RU" sz="4400" b="1" u="none" strike="noStrike">
                <a:solidFill>
                  <a:srgbClr val="FFFFFF"/>
                </a:solidFill>
                <a:effectLst/>
                <a:uFillTx/>
                <a:latin typeface="Noto Sans"/>
              </a:defRPr>
            </a:lvl1pPr>
          </a:lstStyle>
          <a:p>
            <a:pPr indent="0" algn="ctr">
              <a:buNone/>
            </a:pPr>
            <a:r>
              <a:rPr lang="ru-RU" sz="4400" b="1" u="none" strike="noStrike">
                <a:solidFill>
                  <a:srgbClr val="FFFFFF"/>
                </a:solidFill>
                <a:effectLst/>
                <a:uFillTx/>
                <a:latin typeface="Noto Sans"/>
              </a:rPr>
              <a:t>Для правки текста заглавия щёлкните мышью</a:t>
            </a:r>
            <a:endParaRPr lang="ru-RU" sz="4400" b="1" u="none" strike="noStrike">
              <a:solidFill>
                <a:srgbClr val="FFFFFF"/>
              </a:solidFill>
              <a:effectLst/>
              <a:uFillTx/>
              <a:latin typeface="Noto Sans"/>
            </a:endParaRPr>
          </a:p>
        </p:txBody>
      </p:sp>
      <p:sp>
        <p:nvSpPr>
          <p:cNvPr id="10" name="PlaceHolder 2"/>
          <p:cNvSpPr>
            <a:spLocks noGrp="1"/>
          </p:cNvSpPr>
          <p:nvPr>
            <p:ph type="body"/>
          </p:nvPr>
        </p:nvSpPr>
        <p:spPr>
          <a:xfrm>
            <a:off x="504000" y="1326600"/>
            <a:ext cx="9072000" cy="328752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ru-RU" sz="3200" b="0" u="none" strike="noStrike">
                <a:solidFill>
                  <a:srgbClr val="FFFFFF"/>
                </a:solidFill>
                <a:effectLst/>
                <a:uFillTx/>
                <a:latin typeface="Noto Sans"/>
              </a:defRPr>
            </a:lvl1pPr>
            <a:lvl2pPr lvl="1" algn="l">
              <a:spcBef>
                <a:spcPts val="1134"/>
              </a:spcBef>
              <a:buClr>
                <a:srgbClr val="FFFFFF"/>
              </a:buClr>
              <a:buSzPct val="75000"/>
              <a:buFont typeface="Symbol" charset="2"/>
              <a:buChar char=""/>
              <a:defRPr lang="ru-RU" sz="2800" b="0" u="none" strike="noStrike">
                <a:solidFill>
                  <a:srgbClr val="FFFFFF"/>
                </a:solidFill>
                <a:effectLst/>
                <a:uFillTx/>
                <a:latin typeface="Noto Sans"/>
              </a:defRPr>
            </a:lvl2pPr>
            <a:lvl3pPr lvl="2" algn="l">
              <a:spcBef>
                <a:spcPts val="850"/>
              </a:spcBef>
              <a:buClr>
                <a:srgbClr val="FFFFFF"/>
              </a:buClr>
              <a:buSzPct val="45000"/>
              <a:buFont typeface="Wingdings" charset="2"/>
              <a:buChar char=""/>
              <a:defRPr lang="ru-RU" sz="2400" b="0" u="none" strike="noStrike">
                <a:solidFill>
                  <a:srgbClr val="FFFFFF"/>
                </a:solidFill>
                <a:effectLst/>
                <a:uFillTx/>
                <a:latin typeface="Noto Sans"/>
              </a:defRPr>
            </a:lvl3pPr>
            <a:lvl4pPr lvl="3" algn="l">
              <a:spcBef>
                <a:spcPts val="567"/>
              </a:spcBef>
              <a:buClr>
                <a:srgbClr val="FFFFFF"/>
              </a:buClr>
              <a:buSzPct val="75000"/>
              <a:buFont typeface="Symbol" charset="2"/>
              <a:buChar char=""/>
              <a:defRPr lang="ru-RU" sz="2000" b="0" u="none" strike="noStrike">
                <a:solidFill>
                  <a:srgbClr val="FFFFFF"/>
                </a:solidFill>
                <a:effectLst/>
                <a:uFillTx/>
                <a:latin typeface="Noto Sans"/>
              </a:defRPr>
            </a:lvl4pPr>
            <a:lvl5pPr lvl="4"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5pPr>
            <a:lvl6pPr lvl="5"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6pPr>
            <a:lvl7pPr lvl="6"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7pPr>
          </a:lstStyle>
          <a:p>
            <a:pPr marL="432000" indent="-324000" algn="l">
              <a:spcBef>
                <a:spcPts val="1417"/>
              </a:spcBef>
              <a:buClr>
                <a:srgbClr val="FFFFFF"/>
              </a:buClr>
              <a:buSzPct val="45000"/>
              <a:buFont typeface="Wingdings" charset="2"/>
              <a:buChar char=""/>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864000" lvl="1" indent="-324000" algn="l">
              <a:spcBef>
                <a:spcPts val="1134"/>
              </a:spcBef>
              <a:buClr>
                <a:srgbClr val="FFFFFF"/>
              </a:buClr>
              <a:buSzPct val="75000"/>
              <a:buFont typeface="Symbol" charset="2"/>
              <a:buChar char=""/>
            </a:pPr>
            <a:r>
              <a:rPr lang="ru-RU" sz="2800" b="0" u="none" strike="noStrike">
                <a:solidFill>
                  <a:srgbClr val="FFFFFF"/>
                </a:solidFill>
                <a:effectLst/>
                <a:uFillTx/>
                <a:latin typeface="Noto Sans"/>
              </a:rPr>
              <a:t>Второй уровень структуры</a:t>
            </a:r>
            <a:endParaRPr lang="ru-RU" sz="2800" b="0" u="none" strike="noStrike">
              <a:solidFill>
                <a:srgbClr val="FFFFFF"/>
              </a:solidFill>
              <a:effectLst/>
              <a:uFillTx/>
              <a:latin typeface="Noto Sans"/>
            </a:endParaRPr>
          </a:p>
          <a:p>
            <a:pPr marL="1296000" lvl="2" indent="-288000" algn="l">
              <a:spcBef>
                <a:spcPts val="850"/>
              </a:spcBef>
              <a:buClr>
                <a:srgbClr val="FFFFFF"/>
              </a:buClr>
              <a:buSzPct val="45000"/>
              <a:buFont typeface="Wingdings" charset="2"/>
              <a:buChar char=""/>
            </a:pPr>
            <a:r>
              <a:rPr lang="ru-RU" sz="2400" b="0" u="none" strike="noStrike">
                <a:solidFill>
                  <a:srgbClr val="FFFFFF"/>
                </a:solidFill>
                <a:effectLst/>
                <a:uFillTx/>
                <a:latin typeface="Noto Sans"/>
              </a:rPr>
              <a:t>Третий уровень структуры</a:t>
            </a:r>
            <a:endParaRPr lang="ru-RU" sz="2400" b="0" u="none" strike="noStrike">
              <a:solidFill>
                <a:srgbClr val="FFFFFF"/>
              </a:solidFill>
              <a:effectLst/>
              <a:uFillTx/>
              <a:latin typeface="Noto Sans"/>
            </a:endParaRPr>
          </a:p>
          <a:p>
            <a:pPr marL="1728000" lvl="3" indent="-216000" algn="l">
              <a:spcBef>
                <a:spcPts val="567"/>
              </a:spcBef>
              <a:buClr>
                <a:srgbClr val="FFFFFF"/>
              </a:buClr>
              <a:buSzPct val="75000"/>
              <a:buFont typeface="Symbol" charset="2"/>
              <a:buChar char=""/>
            </a:pPr>
            <a:r>
              <a:rPr lang="ru-RU" sz="2000" b="0" u="none" strike="noStrike">
                <a:solidFill>
                  <a:srgbClr val="FFFFFF"/>
                </a:solidFill>
                <a:effectLst/>
                <a:uFillTx/>
                <a:latin typeface="Noto Sans"/>
              </a:rPr>
              <a:t>Четвёртый уровень структуры</a:t>
            </a:r>
            <a:endParaRPr lang="ru-RU" sz="2000" b="0" u="none" strike="noStrike">
              <a:solidFill>
                <a:srgbClr val="FFFFFF"/>
              </a:solidFill>
              <a:effectLst/>
              <a:uFillTx/>
              <a:latin typeface="Noto Sans"/>
            </a:endParaRPr>
          </a:p>
          <a:p>
            <a:pPr marL="2160000" lvl="4"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Пятый уровень структуры</a:t>
            </a:r>
            <a:endParaRPr lang="ru-RU" sz="2000" b="0" u="none" strike="noStrike">
              <a:solidFill>
                <a:srgbClr val="FFFFFF"/>
              </a:solidFill>
              <a:effectLst/>
              <a:uFillTx/>
              <a:latin typeface="Noto Sans"/>
            </a:endParaRPr>
          </a:p>
          <a:p>
            <a:pPr marL="2592000" lvl="5"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Шестой уровень структуры</a:t>
            </a:r>
            <a:endParaRPr lang="ru-RU" sz="2000" b="0" u="none" strike="noStrike">
              <a:solidFill>
                <a:srgbClr val="FFFFFF"/>
              </a:solidFill>
              <a:effectLst/>
              <a:uFillTx/>
              <a:latin typeface="Noto Sans"/>
            </a:endParaRPr>
          </a:p>
          <a:p>
            <a:pPr marL="3024000" lvl="6"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Седьмой уровень структуры</a:t>
            </a:r>
            <a:endParaRPr lang="ru-RU" sz="2000" b="0" u="none" strike="noStrike">
              <a:solidFill>
                <a:srgbClr val="FFFFFF"/>
              </a:solidFill>
              <a:effectLst/>
              <a:uFillTx/>
              <a:latin typeface="Noto Sans"/>
            </a:endParaRPr>
          </a:p>
        </p:txBody>
      </p:sp>
      <p:sp>
        <p:nvSpPr>
          <p:cNvPr id="11" name="PlaceHolder 3"/>
          <p:cNvSpPr>
            <a:spLocks noGrp="1"/>
          </p:cNvSpPr>
          <p:nvPr>
            <p:ph type="dt" idx="1"/>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12" name="PlaceHolder 4"/>
          <p:cNvSpPr>
            <a:spLocks noGrp="1"/>
          </p:cNvSpPr>
          <p:nvPr>
            <p:ph type="ftr" idx="2"/>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FFFFFF"/>
                </a:solidFill>
                <a:effectLst/>
                <a:uFillTx/>
                <a:latin typeface="Noto Sans"/>
              </a:defRPr>
            </a:lvl1pPr>
          </a:lstStyle>
          <a:p>
            <a:pPr indent="0" algn="ctr">
              <a:buNone/>
            </a:pPr>
            <a:r>
              <a:rPr lang="ru-RU" sz="1400" b="0" u="none" strike="noStrike">
                <a:solidFill>
                  <a:srgbClr val="FFFFFF"/>
                </a:solidFill>
                <a:effectLst/>
                <a:uFillTx/>
                <a:latin typeface="Noto Sans"/>
              </a:rPr>
              <a:t>&lt;нижний колонтитул&gt;</a:t>
            </a:r>
            <a:endParaRPr lang="ru-RU" sz="1400" b="0" u="none" strike="noStrike">
              <a:solidFill>
                <a:srgbClr val="FFFFFF"/>
              </a:solidFill>
              <a:effectLst/>
              <a:uFillTx/>
              <a:latin typeface="Noto Sans"/>
            </a:endParaRPr>
          </a:p>
        </p:txBody>
      </p:sp>
      <p:sp>
        <p:nvSpPr>
          <p:cNvPr id="13" name="PlaceHolder 5"/>
          <p:cNvSpPr>
            <a:spLocks noGrp="1"/>
          </p:cNvSpPr>
          <p:nvPr>
            <p:ph type="sldNum" idx="3"/>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9B903E6A-D086-46C1-ACE2-8F92DE34A795}"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One Bullet">
    <p:bg>
      <p:bgPr>
        <a:blipFill rotWithShape="0">
          <a:blip r:embed="rId2"/>
          <a:stretch/>
        </a:blipFill>
      </p:bgPr>
    </p:bg>
    <p:spTree>
      <p:nvGrpSpPr>
        <p:cNvPr id="1" name=""/>
        <p:cNvGrpSpPr/>
        <p:nvPr/>
      </p:nvGrpSpPr>
      <p:grpSpPr>
        <a:xfrm>
          <a:off x="0" y="0"/>
          <a:ext cx="0" cy="0"/>
          <a:chOff x="0" y="0"/>
          <a:chExt cx="0" cy="0"/>
        </a:xfrm>
      </p:grpSpPr>
      <p:sp>
        <p:nvSpPr>
          <p:cNvPr id="8" name=""/>
          <p:cNvSpPr/>
          <p:nvPr/>
        </p:nvSpPr>
        <p:spPr>
          <a:xfrm>
            <a:off x="0" y="0"/>
            <a:ext cx="10080000" cy="5670000"/>
          </a:xfrm>
          <a:prstGeom prst="rect">
            <a:avLst/>
          </a:prstGeom>
          <a:solidFill>
            <a:srgbClr val="0D84A1">
              <a:alpha val="45000"/>
            </a:srgbClr>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FFFFFF"/>
              </a:solidFill>
              <a:effectLst/>
              <a:uFillTx/>
              <a:latin typeface="Noto Sans"/>
            </a:endParaRPr>
          </a:p>
        </p:txBody>
      </p:sp>
      <p:sp>
        <p:nvSpPr>
          <p:cNvPr id="14" name="PlaceHolder 1"/>
          <p:cNvSpPr>
            <a:spLocks noGrp="1"/>
          </p:cNvSpPr>
          <p:nvPr>
            <p:ph type="title"/>
          </p:nvPr>
        </p:nvSpPr>
        <p:spPr>
          <a:xfrm>
            <a:off x="540000" y="216000"/>
            <a:ext cx="9000000" cy="936000"/>
          </a:xfrm>
          <a:prstGeom prst="rect">
            <a:avLst/>
          </a:prstGeom>
          <a:noFill/>
          <a:ln w="0">
            <a:noFill/>
          </a:ln>
        </p:spPr>
        <p:txBody>
          <a:bodyPr lIns="0" tIns="0" rIns="0" bIns="0" anchor="ctr">
            <a:normAutofit fontScale="70000" lnSpcReduction="19999"/>
          </a:bodyPr>
          <a:lstStyle>
            <a:lvl1pPr indent="0" algn="ctr">
              <a:buNone/>
              <a:defRPr lang="ru-RU" sz="4400" b="1" u="none" strike="noStrike">
                <a:solidFill>
                  <a:srgbClr val="FFFFFF"/>
                </a:solidFill>
                <a:effectLst/>
                <a:uFillTx/>
                <a:latin typeface="Noto Sans"/>
              </a:defRPr>
            </a:lvl1pPr>
          </a:lstStyle>
          <a:p>
            <a:pPr indent="0" algn="ctr">
              <a:buNone/>
            </a:pPr>
            <a:r>
              <a:rPr lang="ru-RU" sz="4400" b="1" u="none" strike="noStrike">
                <a:solidFill>
                  <a:srgbClr val="FFFFFF"/>
                </a:solidFill>
                <a:effectLst/>
                <a:uFillTx/>
                <a:latin typeface="Noto Sans"/>
              </a:rPr>
              <a:t>Для правки текста заглавия щёлкните мышью</a:t>
            </a:r>
            <a:endParaRPr lang="ru-RU" sz="4400" b="1" u="none" strike="noStrike">
              <a:solidFill>
                <a:srgbClr val="FFFFFF"/>
              </a:solidFill>
              <a:effectLst/>
              <a:uFillTx/>
              <a:latin typeface="Noto Sans"/>
            </a:endParaRPr>
          </a:p>
        </p:txBody>
      </p:sp>
      <p:sp>
        <p:nvSpPr>
          <p:cNvPr id="15" name="PlaceHolder 2"/>
          <p:cNvSpPr>
            <a:spLocks noGrp="1"/>
          </p:cNvSpPr>
          <p:nvPr>
            <p:ph type="body"/>
          </p:nvPr>
        </p:nvSpPr>
        <p:spPr>
          <a:xfrm>
            <a:off x="504000" y="1326600"/>
            <a:ext cx="9072000" cy="328752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ru-RU" sz="3200" b="0" u="none" strike="noStrike">
                <a:solidFill>
                  <a:srgbClr val="FFFFFF"/>
                </a:solidFill>
                <a:effectLst/>
                <a:uFillTx/>
                <a:latin typeface="Noto Sans"/>
              </a:defRPr>
            </a:lvl1pPr>
            <a:lvl2pPr lvl="1" algn="l">
              <a:spcBef>
                <a:spcPts val="1134"/>
              </a:spcBef>
              <a:buClr>
                <a:srgbClr val="FFFFFF"/>
              </a:buClr>
              <a:buSzPct val="75000"/>
              <a:buFont typeface="Symbol" charset="2"/>
              <a:buChar char=""/>
              <a:defRPr lang="ru-RU" sz="2800" b="0" u="none" strike="noStrike">
                <a:solidFill>
                  <a:srgbClr val="FFFFFF"/>
                </a:solidFill>
                <a:effectLst/>
                <a:uFillTx/>
                <a:latin typeface="Noto Sans"/>
              </a:defRPr>
            </a:lvl2pPr>
            <a:lvl3pPr lvl="2" algn="l">
              <a:spcBef>
                <a:spcPts val="850"/>
              </a:spcBef>
              <a:buClr>
                <a:srgbClr val="FFFFFF"/>
              </a:buClr>
              <a:buSzPct val="45000"/>
              <a:buFont typeface="Wingdings" charset="2"/>
              <a:buChar char=""/>
              <a:defRPr lang="ru-RU" sz="2400" b="0" u="none" strike="noStrike">
                <a:solidFill>
                  <a:srgbClr val="FFFFFF"/>
                </a:solidFill>
                <a:effectLst/>
                <a:uFillTx/>
                <a:latin typeface="Noto Sans"/>
              </a:defRPr>
            </a:lvl3pPr>
            <a:lvl4pPr lvl="3" algn="l">
              <a:spcBef>
                <a:spcPts val="567"/>
              </a:spcBef>
              <a:buClr>
                <a:srgbClr val="FFFFFF"/>
              </a:buClr>
              <a:buSzPct val="75000"/>
              <a:buFont typeface="Symbol" charset="2"/>
              <a:buChar char=""/>
              <a:defRPr lang="ru-RU" sz="2000" b="0" u="none" strike="noStrike">
                <a:solidFill>
                  <a:srgbClr val="FFFFFF"/>
                </a:solidFill>
                <a:effectLst/>
                <a:uFillTx/>
                <a:latin typeface="Noto Sans"/>
              </a:defRPr>
            </a:lvl4pPr>
            <a:lvl5pPr lvl="4"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5pPr>
            <a:lvl6pPr lvl="5"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6pPr>
            <a:lvl7pPr lvl="6"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7pPr>
          </a:lstStyle>
          <a:p>
            <a:pPr marL="432000" indent="-324000" algn="l">
              <a:spcBef>
                <a:spcPts val="1417"/>
              </a:spcBef>
              <a:buClr>
                <a:srgbClr val="FFFFFF"/>
              </a:buClr>
              <a:buSzPct val="45000"/>
              <a:buFont typeface="Wingdings" charset="2"/>
              <a:buChar char=""/>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864000" lvl="1" indent="-324000" algn="l">
              <a:spcBef>
                <a:spcPts val="1134"/>
              </a:spcBef>
              <a:buClr>
                <a:srgbClr val="FFFFFF"/>
              </a:buClr>
              <a:buSzPct val="75000"/>
              <a:buFont typeface="Symbol" charset="2"/>
              <a:buChar char=""/>
            </a:pPr>
            <a:r>
              <a:rPr lang="ru-RU" sz="2800" b="0" u="none" strike="noStrike">
                <a:solidFill>
                  <a:srgbClr val="FFFFFF"/>
                </a:solidFill>
                <a:effectLst/>
                <a:uFillTx/>
                <a:latin typeface="Noto Sans"/>
              </a:rPr>
              <a:t>Второй уровень структуры</a:t>
            </a:r>
            <a:endParaRPr lang="ru-RU" sz="2800" b="0" u="none" strike="noStrike">
              <a:solidFill>
                <a:srgbClr val="FFFFFF"/>
              </a:solidFill>
              <a:effectLst/>
              <a:uFillTx/>
              <a:latin typeface="Noto Sans"/>
            </a:endParaRPr>
          </a:p>
          <a:p>
            <a:pPr marL="1296000" lvl="2" indent="-288000" algn="l">
              <a:spcBef>
                <a:spcPts val="850"/>
              </a:spcBef>
              <a:buClr>
                <a:srgbClr val="FFFFFF"/>
              </a:buClr>
              <a:buSzPct val="45000"/>
              <a:buFont typeface="Wingdings" charset="2"/>
              <a:buChar char=""/>
            </a:pPr>
            <a:r>
              <a:rPr lang="ru-RU" sz="2400" b="0" u="none" strike="noStrike">
                <a:solidFill>
                  <a:srgbClr val="FFFFFF"/>
                </a:solidFill>
                <a:effectLst/>
                <a:uFillTx/>
                <a:latin typeface="Noto Sans"/>
              </a:rPr>
              <a:t>Третий уровень структуры</a:t>
            </a:r>
            <a:endParaRPr lang="ru-RU" sz="2400" b="0" u="none" strike="noStrike">
              <a:solidFill>
                <a:srgbClr val="FFFFFF"/>
              </a:solidFill>
              <a:effectLst/>
              <a:uFillTx/>
              <a:latin typeface="Noto Sans"/>
            </a:endParaRPr>
          </a:p>
          <a:p>
            <a:pPr marL="1728000" lvl="3" indent="-216000" algn="l">
              <a:spcBef>
                <a:spcPts val="567"/>
              </a:spcBef>
              <a:buClr>
                <a:srgbClr val="FFFFFF"/>
              </a:buClr>
              <a:buSzPct val="75000"/>
              <a:buFont typeface="Symbol" charset="2"/>
              <a:buChar char=""/>
            </a:pPr>
            <a:r>
              <a:rPr lang="ru-RU" sz="2000" b="0" u="none" strike="noStrike">
                <a:solidFill>
                  <a:srgbClr val="FFFFFF"/>
                </a:solidFill>
                <a:effectLst/>
                <a:uFillTx/>
                <a:latin typeface="Noto Sans"/>
              </a:rPr>
              <a:t>Четвёртый уровень структуры</a:t>
            </a:r>
            <a:endParaRPr lang="ru-RU" sz="2000" b="0" u="none" strike="noStrike">
              <a:solidFill>
                <a:srgbClr val="FFFFFF"/>
              </a:solidFill>
              <a:effectLst/>
              <a:uFillTx/>
              <a:latin typeface="Noto Sans"/>
            </a:endParaRPr>
          </a:p>
          <a:p>
            <a:pPr marL="2160000" lvl="4"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Пятый уровень структуры</a:t>
            </a:r>
            <a:endParaRPr lang="ru-RU" sz="2000" b="0" u="none" strike="noStrike">
              <a:solidFill>
                <a:srgbClr val="FFFFFF"/>
              </a:solidFill>
              <a:effectLst/>
              <a:uFillTx/>
              <a:latin typeface="Noto Sans"/>
            </a:endParaRPr>
          </a:p>
          <a:p>
            <a:pPr marL="2592000" lvl="5"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Шестой уровень структуры</a:t>
            </a:r>
            <a:endParaRPr lang="ru-RU" sz="2000" b="0" u="none" strike="noStrike">
              <a:solidFill>
                <a:srgbClr val="FFFFFF"/>
              </a:solidFill>
              <a:effectLst/>
              <a:uFillTx/>
              <a:latin typeface="Noto Sans"/>
            </a:endParaRPr>
          </a:p>
          <a:p>
            <a:pPr marL="3024000" lvl="6"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Седьмой уровень структуры</a:t>
            </a:r>
            <a:endParaRPr lang="ru-RU" sz="2000" b="0" u="none" strike="noStrike">
              <a:solidFill>
                <a:srgbClr val="FFFFFF"/>
              </a:solidFill>
              <a:effectLst/>
              <a:uFillTx/>
              <a:latin typeface="Noto Sans"/>
            </a:endParaRPr>
          </a:p>
        </p:txBody>
      </p:sp>
      <p:sp>
        <p:nvSpPr>
          <p:cNvPr id="16" name="PlaceHolder 3"/>
          <p:cNvSpPr>
            <a:spLocks noGrp="1"/>
          </p:cNvSpPr>
          <p:nvPr>
            <p:ph type="dt" idx="4"/>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17" name="PlaceHolder 4"/>
          <p:cNvSpPr>
            <a:spLocks noGrp="1"/>
          </p:cNvSpPr>
          <p:nvPr>
            <p:ph type="ftr" idx="5"/>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FFFFFF"/>
                </a:solidFill>
                <a:effectLst/>
                <a:uFillTx/>
                <a:latin typeface="Noto Sans"/>
              </a:defRPr>
            </a:lvl1pPr>
          </a:lstStyle>
          <a:p>
            <a:pPr indent="0" algn="ctr">
              <a:buNone/>
            </a:pPr>
            <a:r>
              <a:rPr lang="ru-RU" sz="1400" b="0" u="none" strike="noStrike">
                <a:solidFill>
                  <a:srgbClr val="FFFFFF"/>
                </a:solidFill>
                <a:effectLst/>
                <a:uFillTx/>
                <a:latin typeface="Noto Sans"/>
              </a:rPr>
              <a:t>&lt;нижний колонтитул&gt;</a:t>
            </a:r>
            <a:endParaRPr lang="ru-RU" sz="1400" b="0" u="none" strike="noStrike">
              <a:solidFill>
                <a:srgbClr val="FFFFFF"/>
              </a:solidFill>
              <a:effectLst/>
              <a:uFillTx/>
              <a:latin typeface="Noto Sans"/>
            </a:endParaRPr>
          </a:p>
        </p:txBody>
      </p:sp>
      <p:sp>
        <p:nvSpPr>
          <p:cNvPr id="18" name="PlaceHolder 5"/>
          <p:cNvSpPr>
            <a:spLocks noGrp="1"/>
          </p:cNvSpPr>
          <p:nvPr>
            <p:ph type="sldNum" idx="6"/>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58947FE1-7EF9-4654-8E50-8BBDA105E8FE}"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Bullets">
    <p:spTree>
      <p:nvGrpSpPr>
        <p:cNvPr id="1" name=""/>
        <p:cNvGrpSpPr/>
        <p:nvPr/>
      </p:nvGrpSpPr>
      <p:grpSpPr>
        <a:xfrm>
          <a:off x="0" y="0"/>
          <a:ext cx="0" cy="0"/>
          <a:chOff x="0" y="0"/>
          <a:chExt cx="0" cy="0"/>
        </a:xfrm>
      </p:grpSpPr>
      <p:pic>
        <p:nvPicPr>
          <p:cNvPr id="25" name=""/>
          <p:cNvPicPr/>
          <p:nvPr/>
        </p:nvPicPr>
        <p:blipFill>
          <a:blip r:embed="rId2"/>
          <a:stretch/>
        </p:blipFill>
        <p:spPr>
          <a:xfrm>
            <a:off x="0" y="0"/>
            <a:ext cx="2467800" cy="5670000"/>
          </a:xfrm>
          <a:prstGeom prst="rect">
            <a:avLst/>
          </a:prstGeom>
          <a:noFill/>
          <a:ln w="0">
            <a:noFill/>
          </a:ln>
        </p:spPr>
      </p:pic>
      <p:sp>
        <p:nvSpPr>
          <p:cNvPr id="26" name="PlaceHolder 1"/>
          <p:cNvSpPr>
            <a:spLocks noGrp="1"/>
          </p:cNvSpPr>
          <p:nvPr>
            <p:ph type="title"/>
          </p:nvPr>
        </p:nvSpPr>
        <p:spPr>
          <a:xfrm>
            <a:off x="2520000" y="216000"/>
            <a:ext cx="7020000" cy="946080"/>
          </a:xfrm>
          <a:prstGeom prst="rect">
            <a:avLst/>
          </a:prstGeom>
          <a:noFill/>
          <a:ln w="0">
            <a:noFill/>
          </a:ln>
        </p:spPr>
        <p:txBody>
          <a:bodyPr lIns="0" tIns="0" rIns="0" bIns="0" anchor="ctr">
            <a:normAutofit fontScale="77500" lnSpcReduction="19999"/>
          </a:bodyPr>
          <a:lstStyle>
            <a:lvl1pPr indent="0" algn="ctr">
              <a:buNone/>
              <a:defRPr lang="ru-RU" sz="4400" b="1" u="none" strike="noStrike">
                <a:solidFill>
                  <a:srgbClr val="0D84A1"/>
                </a:solidFill>
                <a:effectLst/>
                <a:uFillTx/>
                <a:latin typeface="Noto Sans"/>
              </a:defRPr>
            </a:lvl1pPr>
          </a:lstStyle>
          <a:p>
            <a:pPr indent="0" algn="ctr">
              <a:buNone/>
            </a:pPr>
            <a:r>
              <a:rPr lang="ru-RU" sz="4400" b="1" u="none" strike="noStrike">
                <a:solidFill>
                  <a:srgbClr val="0D84A1"/>
                </a:solidFill>
                <a:effectLst/>
                <a:uFillTx/>
                <a:latin typeface="Noto Sans"/>
              </a:rPr>
              <a:t>Для правки текста заглавия щёлкните мышью</a:t>
            </a:r>
            <a:endParaRPr lang="ru-RU" sz="4400" b="1" u="none" strike="noStrike">
              <a:solidFill>
                <a:srgbClr val="0D84A1"/>
              </a:solidFill>
              <a:effectLst/>
              <a:uFillTx/>
              <a:latin typeface="Noto Sans"/>
            </a:endParaRPr>
          </a:p>
        </p:txBody>
      </p:sp>
      <p:sp>
        <p:nvSpPr>
          <p:cNvPr id="27" name="PlaceHolder 2"/>
          <p:cNvSpPr>
            <a:spLocks noGrp="1"/>
          </p:cNvSpPr>
          <p:nvPr>
            <p:ph type="body"/>
          </p:nvPr>
        </p:nvSpPr>
        <p:spPr>
          <a:xfrm>
            <a:off x="2520000" y="1326600"/>
            <a:ext cx="7020000" cy="3287520"/>
          </a:xfrm>
          <a:prstGeom prst="rect">
            <a:avLst/>
          </a:prstGeom>
          <a:noFill/>
          <a:ln w="0">
            <a:noFill/>
          </a:ln>
        </p:spPr>
        <p:txBody>
          <a:bodyPr lIns="0" tIns="0" rIns="0" bIns="0" anchor="t">
            <a:normAutofit fontScale="92500" lnSpcReduction="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28" name="PlaceHolder 3"/>
          <p:cNvSpPr>
            <a:spLocks noGrp="1"/>
          </p:cNvSpPr>
          <p:nvPr>
            <p:ph type="dt" idx="10"/>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29" name="PlaceHolder 4"/>
          <p:cNvSpPr>
            <a:spLocks noGrp="1"/>
          </p:cNvSpPr>
          <p:nvPr>
            <p:ph type="ftr" idx="11"/>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30" name="PlaceHolder 5"/>
          <p:cNvSpPr>
            <a:spLocks noGrp="1"/>
          </p:cNvSpPr>
          <p:nvPr>
            <p:ph type="sldNum" idx="12"/>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3B8437D3-0FA4-49D1-822B-3FF001F26371}"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wo Bullets">
    <p:spTree>
      <p:nvGrpSpPr>
        <p:cNvPr id="1" name=""/>
        <p:cNvGrpSpPr/>
        <p:nvPr/>
      </p:nvGrpSpPr>
      <p:grpSpPr>
        <a:xfrm>
          <a:off x="0" y="0"/>
          <a:ext cx="0" cy="0"/>
          <a:chOff x="0" y="0"/>
          <a:chExt cx="0" cy="0"/>
        </a:xfrm>
      </p:grpSpPr>
      <p:pic>
        <p:nvPicPr>
          <p:cNvPr id="19" name=""/>
          <p:cNvPicPr/>
          <p:nvPr/>
        </p:nvPicPr>
        <p:blipFill>
          <a:blip r:embed="rId2"/>
          <a:stretch/>
        </p:blipFill>
        <p:spPr>
          <a:xfrm>
            <a:off x="0" y="0"/>
            <a:ext cx="2467800" cy="5670000"/>
          </a:xfrm>
          <a:prstGeom prst="rect">
            <a:avLst/>
          </a:prstGeom>
          <a:noFill/>
          <a:ln w="0">
            <a:noFill/>
          </a:ln>
        </p:spPr>
      </p:pic>
      <p:sp>
        <p:nvSpPr>
          <p:cNvPr id="20" name="PlaceHolder 1"/>
          <p:cNvSpPr>
            <a:spLocks noGrp="1"/>
          </p:cNvSpPr>
          <p:nvPr>
            <p:ph type="title"/>
          </p:nvPr>
        </p:nvSpPr>
        <p:spPr>
          <a:xfrm>
            <a:off x="2520000" y="216000"/>
            <a:ext cx="7020000" cy="946080"/>
          </a:xfrm>
          <a:prstGeom prst="rect">
            <a:avLst/>
          </a:prstGeom>
          <a:noFill/>
          <a:ln w="0">
            <a:noFill/>
          </a:ln>
        </p:spPr>
        <p:txBody>
          <a:bodyPr lIns="0" tIns="0" rIns="0" bIns="0" anchor="ctr">
            <a:normAutofit fontScale="77500" lnSpcReduction="19999"/>
          </a:bodyPr>
          <a:lstStyle>
            <a:lvl1pPr indent="0" algn="ctr">
              <a:buNone/>
              <a:defRPr lang="ru-RU" sz="4400" b="1" u="none" strike="noStrike">
                <a:solidFill>
                  <a:srgbClr val="0D84A1"/>
                </a:solidFill>
                <a:effectLst/>
                <a:uFillTx/>
                <a:latin typeface="Noto Sans"/>
              </a:defRPr>
            </a:lvl1pPr>
          </a:lstStyle>
          <a:p>
            <a:pPr indent="0" algn="ctr">
              <a:buNone/>
            </a:pPr>
            <a:r>
              <a:rPr lang="ru-RU" sz="4400" b="1" u="none" strike="noStrike">
                <a:solidFill>
                  <a:srgbClr val="0D84A1"/>
                </a:solidFill>
                <a:effectLst/>
                <a:uFillTx/>
                <a:latin typeface="Noto Sans"/>
              </a:rPr>
              <a:t>Для правки текста заглавия щёлкните мышью</a:t>
            </a:r>
            <a:endParaRPr lang="ru-RU" sz="4400" b="1" u="none" strike="noStrike">
              <a:solidFill>
                <a:srgbClr val="0D84A1"/>
              </a:solidFill>
              <a:effectLst/>
              <a:uFillTx/>
              <a:latin typeface="Noto Sans"/>
            </a:endParaRPr>
          </a:p>
        </p:txBody>
      </p:sp>
      <p:sp>
        <p:nvSpPr>
          <p:cNvPr id="21" name="PlaceHolder 2"/>
          <p:cNvSpPr>
            <a:spLocks noGrp="1"/>
          </p:cNvSpPr>
          <p:nvPr>
            <p:ph type="body"/>
          </p:nvPr>
        </p:nvSpPr>
        <p:spPr>
          <a:xfrm>
            <a:off x="2520000" y="1326600"/>
            <a:ext cx="7020000" cy="3287520"/>
          </a:xfrm>
          <a:prstGeom prst="rect">
            <a:avLst/>
          </a:prstGeom>
          <a:noFill/>
          <a:ln w="0">
            <a:noFill/>
          </a:ln>
        </p:spPr>
        <p:txBody>
          <a:bodyPr lIns="0" tIns="0" rIns="0" bIns="0" anchor="t">
            <a:normAutofit fontScale="92500" lnSpcReduction="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22" name="PlaceHolder 3"/>
          <p:cNvSpPr>
            <a:spLocks noGrp="1"/>
          </p:cNvSpPr>
          <p:nvPr>
            <p:ph type="dt" idx="7"/>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23" name="PlaceHolder 4"/>
          <p:cNvSpPr>
            <a:spLocks noGrp="1"/>
          </p:cNvSpPr>
          <p:nvPr>
            <p:ph type="ftr" idx="8"/>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24" name="PlaceHolder 5"/>
          <p:cNvSpPr>
            <a:spLocks noGrp="1"/>
          </p:cNvSpPr>
          <p:nvPr>
            <p:ph type="sldNum" idx="9"/>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4A27C8EE-ED9A-4AE4-8061-C27C9FF9A694}"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hree Bullets">
    <p:spTree>
      <p:nvGrpSpPr>
        <p:cNvPr id="1" name=""/>
        <p:cNvGrpSpPr/>
        <p:nvPr/>
      </p:nvGrpSpPr>
      <p:grpSpPr>
        <a:xfrm>
          <a:off x="0" y="0"/>
          <a:ext cx="0" cy="0"/>
          <a:chOff x="0" y="0"/>
          <a:chExt cx="0" cy="0"/>
        </a:xfrm>
      </p:grpSpPr>
      <p:pic>
        <p:nvPicPr>
          <p:cNvPr id="37" name=""/>
          <p:cNvPicPr/>
          <p:nvPr/>
        </p:nvPicPr>
        <p:blipFill>
          <a:blip r:embed="rId2"/>
          <a:stretch/>
        </p:blipFill>
        <p:spPr>
          <a:xfrm flipH="1" rot="16200000">
            <a:off x="3805920" y="-3805920"/>
            <a:ext cx="2468160" cy="10080000"/>
          </a:xfrm>
          <a:prstGeom prst="rect">
            <a:avLst/>
          </a:prstGeom>
          <a:noFill/>
          <a:ln w="0">
            <a:noFill/>
          </a:ln>
        </p:spPr>
      </p:pic>
      <p:sp>
        <p:nvSpPr>
          <p:cNvPr id="38" name="PlaceHolder 1"/>
          <p:cNvSpPr>
            <a:spLocks noGrp="1"/>
          </p:cNvSpPr>
          <p:nvPr>
            <p:ph type="title"/>
          </p:nvPr>
        </p:nvSpPr>
        <p:spPr>
          <a:xfrm>
            <a:off x="504000" y="324000"/>
            <a:ext cx="9072000" cy="1800000"/>
          </a:xfrm>
          <a:prstGeom prst="rect">
            <a:avLst/>
          </a:prstGeom>
          <a:noFill/>
          <a:ln w="0">
            <a:noFill/>
          </a:ln>
        </p:spPr>
        <p:txBody>
          <a:bodyPr lIns="0" tIns="0" rIns="0" bIns="0" anchor="ctr">
            <a:normAutofit fontScale="62500" lnSpcReduction="19999"/>
          </a:bodyPr>
          <a:lstStyle>
            <a:lvl1pPr indent="0" algn="ctr">
              <a:buNone/>
              <a:defRPr lang="ru-RU" sz="7200" b="1" u="none" strike="noStrike">
                <a:solidFill>
                  <a:srgbClr val="FFFFFF"/>
                </a:solidFill>
                <a:effectLst/>
                <a:uFillTx/>
                <a:latin typeface="Noto Sans"/>
              </a:defRPr>
            </a:lvl1pPr>
          </a:lstStyle>
          <a:p>
            <a:pPr indent="0" algn="ctr">
              <a:buNone/>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39" name="PlaceHolder 2"/>
          <p:cNvSpPr>
            <a:spLocks noGrp="1"/>
          </p:cNvSpPr>
          <p:nvPr>
            <p:ph type="body"/>
          </p:nvPr>
        </p:nvSpPr>
        <p:spPr>
          <a:xfrm>
            <a:off x="504000" y="2520000"/>
            <a:ext cx="9072000" cy="2520000"/>
          </a:xfrm>
          <a:prstGeom prst="rect">
            <a:avLst/>
          </a:prstGeom>
          <a:noFill/>
          <a:ln w="0">
            <a:noFill/>
          </a:ln>
        </p:spPr>
        <p:txBody>
          <a:bodyPr lIns="0" tIns="0" rIns="0" bIns="0" anchor="t">
            <a:normAutofit fontScale="85000" lnSpcReduction="1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40" name="PlaceHolder 3"/>
          <p:cNvSpPr>
            <a:spLocks noGrp="1"/>
          </p:cNvSpPr>
          <p:nvPr>
            <p:ph type="dt" idx="16"/>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41" name="PlaceHolder 4"/>
          <p:cNvSpPr>
            <a:spLocks noGrp="1"/>
          </p:cNvSpPr>
          <p:nvPr>
            <p:ph type="ftr" idx="17"/>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42" name="PlaceHolder 5"/>
          <p:cNvSpPr>
            <a:spLocks noGrp="1"/>
          </p:cNvSpPr>
          <p:nvPr>
            <p:ph type="sldNum" idx="18"/>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40A231FA-A3C5-4544-A0E0-E043CC79D44F}"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hree Bullets">
    <p:spTree>
      <p:nvGrpSpPr>
        <p:cNvPr id="1" name=""/>
        <p:cNvGrpSpPr/>
        <p:nvPr/>
      </p:nvGrpSpPr>
      <p:grpSpPr>
        <a:xfrm>
          <a:off x="0" y="0"/>
          <a:ext cx="0" cy="0"/>
          <a:chOff x="0" y="0"/>
          <a:chExt cx="0" cy="0"/>
        </a:xfrm>
      </p:grpSpPr>
      <p:pic>
        <p:nvPicPr>
          <p:cNvPr id="31" name=""/>
          <p:cNvPicPr/>
          <p:nvPr/>
        </p:nvPicPr>
        <p:blipFill>
          <a:blip r:embed="rId2"/>
          <a:stretch/>
        </p:blipFill>
        <p:spPr>
          <a:xfrm flipH="1" rot="16200000">
            <a:off x="3805920" y="-3805920"/>
            <a:ext cx="2468160" cy="10080000"/>
          </a:xfrm>
          <a:prstGeom prst="rect">
            <a:avLst/>
          </a:prstGeom>
          <a:noFill/>
          <a:ln w="0">
            <a:noFill/>
          </a:ln>
        </p:spPr>
      </p:pic>
      <p:sp>
        <p:nvSpPr>
          <p:cNvPr id="32" name="PlaceHolder 1"/>
          <p:cNvSpPr>
            <a:spLocks noGrp="1"/>
          </p:cNvSpPr>
          <p:nvPr>
            <p:ph type="title"/>
          </p:nvPr>
        </p:nvSpPr>
        <p:spPr>
          <a:xfrm>
            <a:off x="504000" y="324000"/>
            <a:ext cx="9072000" cy="1800000"/>
          </a:xfrm>
          <a:prstGeom prst="rect">
            <a:avLst/>
          </a:prstGeom>
          <a:noFill/>
          <a:ln w="0">
            <a:noFill/>
          </a:ln>
        </p:spPr>
        <p:txBody>
          <a:bodyPr lIns="0" tIns="0" rIns="0" bIns="0" anchor="ctr">
            <a:normAutofit fontScale="62500" lnSpcReduction="19999"/>
          </a:bodyPr>
          <a:lstStyle>
            <a:lvl1pPr indent="0" algn="ctr">
              <a:buNone/>
              <a:defRPr lang="ru-RU" sz="7200" b="1" u="none" strike="noStrike">
                <a:solidFill>
                  <a:srgbClr val="FFFFFF"/>
                </a:solidFill>
                <a:effectLst/>
                <a:uFillTx/>
                <a:latin typeface="Noto Sans"/>
              </a:defRPr>
            </a:lvl1pPr>
          </a:lstStyle>
          <a:p>
            <a:pPr indent="0" algn="ctr">
              <a:buNone/>
            </a:pPr>
            <a:r>
              <a:rPr lang="ru-RU" sz="7200" b="1" u="none" strike="noStrike">
                <a:solidFill>
                  <a:srgbClr val="FFFFFF"/>
                </a:solidFill>
                <a:effectLst/>
                <a:uFillTx/>
                <a:latin typeface="Noto Sans"/>
              </a:rPr>
              <a:t>Для правки текста заглавия щёлкните мышью</a:t>
            </a:r>
            <a:endParaRPr lang="ru-RU" sz="7200" b="1" u="none" strike="noStrike">
              <a:solidFill>
                <a:srgbClr val="FFFFFF"/>
              </a:solidFill>
              <a:effectLst/>
              <a:uFillTx/>
              <a:latin typeface="Noto Sans"/>
            </a:endParaRPr>
          </a:p>
        </p:txBody>
      </p:sp>
      <p:sp>
        <p:nvSpPr>
          <p:cNvPr id="33" name="PlaceHolder 2"/>
          <p:cNvSpPr>
            <a:spLocks noGrp="1"/>
          </p:cNvSpPr>
          <p:nvPr>
            <p:ph type="body"/>
          </p:nvPr>
        </p:nvSpPr>
        <p:spPr>
          <a:xfrm>
            <a:off x="504000" y="2520000"/>
            <a:ext cx="9072000" cy="2520000"/>
          </a:xfrm>
          <a:prstGeom prst="rect">
            <a:avLst/>
          </a:prstGeom>
          <a:noFill/>
          <a:ln w="0">
            <a:noFill/>
          </a:ln>
        </p:spPr>
        <p:txBody>
          <a:bodyPr lIns="0" tIns="0" rIns="0" bIns="0" anchor="t">
            <a:normAutofit fontScale="85000" lnSpcReduction="1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34" name="PlaceHolder 3"/>
          <p:cNvSpPr>
            <a:spLocks noGrp="1"/>
          </p:cNvSpPr>
          <p:nvPr>
            <p:ph type="dt" idx="13"/>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35" name="PlaceHolder 4"/>
          <p:cNvSpPr>
            <a:spLocks noGrp="1"/>
          </p:cNvSpPr>
          <p:nvPr>
            <p:ph type="ftr" idx="14"/>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36" name="PlaceHolder 5"/>
          <p:cNvSpPr>
            <a:spLocks noGrp="1"/>
          </p:cNvSpPr>
          <p:nvPr>
            <p:ph type="sldNum" idx="15"/>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D01BFF33-D49C-4073-AFBB-005DD9705419}"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Four Bullets">
    <p:spTree>
      <p:nvGrpSpPr>
        <p:cNvPr id="1" name=""/>
        <p:cNvGrpSpPr/>
        <p:nvPr/>
      </p:nvGrpSpPr>
      <p:grpSpPr>
        <a:xfrm>
          <a:off x="0" y="0"/>
          <a:ext cx="0" cy="0"/>
          <a:chOff x="0" y="0"/>
          <a:chExt cx="0" cy="0"/>
        </a:xfrm>
      </p:grpSpPr>
      <p:pic>
        <p:nvPicPr>
          <p:cNvPr id="50" name=""/>
          <p:cNvPicPr/>
          <p:nvPr/>
        </p:nvPicPr>
        <p:blipFill>
          <a:blip r:embed="rId2"/>
          <a:stretch/>
        </p:blipFill>
        <p:spPr>
          <a:xfrm>
            <a:off x="5976000" y="3475440"/>
            <a:ext cx="4104000" cy="2193840"/>
          </a:xfrm>
          <a:prstGeom prst="rect">
            <a:avLst/>
          </a:prstGeom>
          <a:noFill/>
          <a:ln w="0">
            <a:noFill/>
          </a:ln>
        </p:spPr>
      </p:pic>
      <p:pic>
        <p:nvPicPr>
          <p:cNvPr id="51" name=""/>
          <p:cNvPicPr/>
          <p:nvPr/>
        </p:nvPicPr>
        <p:blipFill>
          <a:blip r:embed="rId3"/>
          <a:stretch/>
        </p:blipFill>
        <p:spPr>
          <a:xfrm>
            <a:off x="5976000" y="0"/>
            <a:ext cx="2743200" cy="2011320"/>
          </a:xfrm>
          <a:prstGeom prst="rect">
            <a:avLst/>
          </a:prstGeom>
          <a:noFill/>
          <a:ln w="0">
            <a:noFill/>
          </a:ln>
        </p:spPr>
      </p:pic>
      <p:sp>
        <p:nvSpPr>
          <p:cNvPr id="52" name="PlaceHolder 1"/>
          <p:cNvSpPr>
            <a:spLocks noGrp="1"/>
          </p:cNvSpPr>
          <p:nvPr>
            <p:ph type="title"/>
          </p:nvPr>
        </p:nvSpPr>
        <p:spPr>
          <a:xfrm>
            <a:off x="288000" y="216000"/>
            <a:ext cx="5688000" cy="946080"/>
          </a:xfrm>
          <a:prstGeom prst="rect">
            <a:avLst/>
          </a:prstGeom>
          <a:noFill/>
          <a:ln w="0">
            <a:noFill/>
          </a:ln>
        </p:spPr>
        <p:txBody>
          <a:bodyPr lIns="0" tIns="0" rIns="0" bIns="0" anchor="ctr">
            <a:normAutofit fontScale="70000" lnSpcReduction="19999"/>
          </a:bodyPr>
          <a:lstStyle>
            <a:lvl1pPr indent="0" algn="l">
              <a:buNone/>
              <a:defRPr lang="ru-RU" sz="4400" b="1" u="none" strike="noStrike">
                <a:solidFill>
                  <a:srgbClr val="0D84A1"/>
                </a:solidFill>
                <a:effectLst/>
                <a:uFillTx/>
                <a:latin typeface="Noto Sans"/>
              </a:defRPr>
            </a:lvl1pPr>
          </a:lstStyle>
          <a:p>
            <a:pPr indent="0" algn="l">
              <a:buNone/>
            </a:pPr>
            <a:r>
              <a:rPr lang="ru-RU" sz="4400" b="1" u="none" strike="noStrike">
                <a:solidFill>
                  <a:srgbClr val="0D84A1"/>
                </a:solidFill>
                <a:effectLst/>
                <a:uFillTx/>
                <a:latin typeface="Noto Sans"/>
              </a:rPr>
              <a:t>Для правки текста заглавия щёлкните мышью</a:t>
            </a:r>
            <a:endParaRPr lang="ru-RU" sz="4400" b="1" u="none" strike="noStrike">
              <a:solidFill>
                <a:srgbClr val="0D84A1"/>
              </a:solidFill>
              <a:effectLst/>
              <a:uFillTx/>
              <a:latin typeface="Noto Sans"/>
            </a:endParaRPr>
          </a:p>
        </p:txBody>
      </p:sp>
      <p:sp>
        <p:nvSpPr>
          <p:cNvPr id="53" name="PlaceHolder 2"/>
          <p:cNvSpPr>
            <a:spLocks noGrp="1"/>
          </p:cNvSpPr>
          <p:nvPr>
            <p:ph type="body"/>
          </p:nvPr>
        </p:nvSpPr>
        <p:spPr>
          <a:xfrm>
            <a:off x="288000" y="1326600"/>
            <a:ext cx="5688000" cy="3780000"/>
          </a:xfrm>
          <a:prstGeom prst="rect">
            <a:avLst/>
          </a:prstGeom>
          <a:noFill/>
          <a:ln w="0">
            <a:noFill/>
          </a:ln>
        </p:spPr>
        <p:txBody>
          <a:bodyPr lIns="0" tIns="0" rIns="0" bIns="0" anchor="t">
            <a:normAutofit fontScale="85000" lnSpcReduction="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54" name="PlaceHolder 3"/>
          <p:cNvSpPr>
            <a:spLocks noGrp="1"/>
          </p:cNvSpPr>
          <p:nvPr>
            <p:ph type="dt" idx="22"/>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55" name="PlaceHolder 4"/>
          <p:cNvSpPr>
            <a:spLocks noGrp="1"/>
          </p:cNvSpPr>
          <p:nvPr>
            <p:ph type="ftr" idx="23"/>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56" name="PlaceHolder 5"/>
          <p:cNvSpPr>
            <a:spLocks noGrp="1"/>
          </p:cNvSpPr>
          <p:nvPr>
            <p:ph type="sldNum" idx="24"/>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81EC2E95-99E6-4560-BD65-73AADD2EBB4F}"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Four Bullets">
    <p:spTree>
      <p:nvGrpSpPr>
        <p:cNvPr id="1" name=""/>
        <p:cNvGrpSpPr/>
        <p:nvPr/>
      </p:nvGrpSpPr>
      <p:grpSpPr>
        <a:xfrm>
          <a:off x="0" y="0"/>
          <a:ext cx="0" cy="0"/>
          <a:chOff x="0" y="0"/>
          <a:chExt cx="0" cy="0"/>
        </a:xfrm>
      </p:grpSpPr>
      <p:pic>
        <p:nvPicPr>
          <p:cNvPr id="43" name=""/>
          <p:cNvPicPr/>
          <p:nvPr/>
        </p:nvPicPr>
        <p:blipFill>
          <a:blip r:embed="rId2"/>
          <a:stretch/>
        </p:blipFill>
        <p:spPr>
          <a:xfrm>
            <a:off x="5976000" y="3475440"/>
            <a:ext cx="4104000" cy="2193840"/>
          </a:xfrm>
          <a:prstGeom prst="rect">
            <a:avLst/>
          </a:prstGeom>
          <a:noFill/>
          <a:ln w="0">
            <a:noFill/>
          </a:ln>
        </p:spPr>
      </p:pic>
      <p:pic>
        <p:nvPicPr>
          <p:cNvPr id="44" name=""/>
          <p:cNvPicPr/>
          <p:nvPr/>
        </p:nvPicPr>
        <p:blipFill>
          <a:blip r:embed="rId3"/>
          <a:stretch/>
        </p:blipFill>
        <p:spPr>
          <a:xfrm>
            <a:off x="5976000" y="0"/>
            <a:ext cx="2743200" cy="2011320"/>
          </a:xfrm>
          <a:prstGeom prst="rect">
            <a:avLst/>
          </a:prstGeom>
          <a:noFill/>
          <a:ln w="0">
            <a:noFill/>
          </a:ln>
        </p:spPr>
      </p:pic>
      <p:sp>
        <p:nvSpPr>
          <p:cNvPr id="45" name="PlaceHolder 1"/>
          <p:cNvSpPr>
            <a:spLocks noGrp="1"/>
          </p:cNvSpPr>
          <p:nvPr>
            <p:ph type="title"/>
          </p:nvPr>
        </p:nvSpPr>
        <p:spPr>
          <a:xfrm>
            <a:off x="288000" y="216000"/>
            <a:ext cx="5688000" cy="946080"/>
          </a:xfrm>
          <a:prstGeom prst="rect">
            <a:avLst/>
          </a:prstGeom>
          <a:noFill/>
          <a:ln w="0">
            <a:noFill/>
          </a:ln>
        </p:spPr>
        <p:txBody>
          <a:bodyPr lIns="0" tIns="0" rIns="0" bIns="0" anchor="ctr">
            <a:normAutofit fontScale="70000" lnSpcReduction="19999"/>
          </a:bodyPr>
          <a:lstStyle>
            <a:lvl1pPr indent="0" algn="l">
              <a:buNone/>
              <a:defRPr lang="ru-RU" sz="4400" b="1" u="none" strike="noStrike">
                <a:solidFill>
                  <a:srgbClr val="0D84A1"/>
                </a:solidFill>
                <a:effectLst/>
                <a:uFillTx/>
                <a:latin typeface="Noto Sans"/>
              </a:defRPr>
            </a:lvl1pPr>
          </a:lstStyle>
          <a:p>
            <a:pPr indent="0" algn="l">
              <a:buNone/>
            </a:pPr>
            <a:r>
              <a:rPr lang="ru-RU" sz="4400" b="1" u="none" strike="noStrike">
                <a:solidFill>
                  <a:srgbClr val="0D84A1"/>
                </a:solidFill>
                <a:effectLst/>
                <a:uFillTx/>
                <a:latin typeface="Noto Sans"/>
              </a:rPr>
              <a:t>Для правки текста заглавия щёлкните мышью</a:t>
            </a:r>
            <a:endParaRPr lang="ru-RU" sz="4400" b="1" u="none" strike="noStrike">
              <a:solidFill>
                <a:srgbClr val="0D84A1"/>
              </a:solidFill>
              <a:effectLst/>
              <a:uFillTx/>
              <a:latin typeface="Noto Sans"/>
            </a:endParaRPr>
          </a:p>
        </p:txBody>
      </p:sp>
      <p:sp>
        <p:nvSpPr>
          <p:cNvPr id="46" name="PlaceHolder 2"/>
          <p:cNvSpPr>
            <a:spLocks noGrp="1"/>
          </p:cNvSpPr>
          <p:nvPr>
            <p:ph type="body"/>
          </p:nvPr>
        </p:nvSpPr>
        <p:spPr>
          <a:xfrm>
            <a:off x="288000" y="1326600"/>
            <a:ext cx="5688000" cy="3780000"/>
          </a:xfrm>
          <a:prstGeom prst="rect">
            <a:avLst/>
          </a:prstGeom>
          <a:noFill/>
          <a:ln w="0">
            <a:noFill/>
          </a:ln>
        </p:spPr>
        <p:txBody>
          <a:bodyPr lIns="0" tIns="0" rIns="0" bIns="0" anchor="t">
            <a:normAutofit fontScale="85000" lnSpcReduction="9999"/>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47" name="PlaceHolder 3"/>
          <p:cNvSpPr>
            <a:spLocks noGrp="1"/>
          </p:cNvSpPr>
          <p:nvPr>
            <p:ph type="dt" idx="19"/>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48" name="PlaceHolder 4"/>
          <p:cNvSpPr>
            <a:spLocks noGrp="1"/>
          </p:cNvSpPr>
          <p:nvPr>
            <p:ph type="ftr" idx="20"/>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49" name="PlaceHolder 5"/>
          <p:cNvSpPr>
            <a:spLocks noGrp="1"/>
          </p:cNvSpPr>
          <p:nvPr>
            <p:ph type="sldNum" idx="21"/>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ADF8ABE0-7F28-43C6-8F1D-42241E5E8D9F}"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White Chart">
    <p:bg>
      <p:bgPr>
        <a:solidFill>
          <a:srgbClr val="0D84A1"/>
        </a:solidFill>
      </p:bgPr>
    </p:bg>
    <p:spTree>
      <p:nvGrpSpPr>
        <p:cNvPr id="1" name=""/>
        <p:cNvGrpSpPr/>
        <p:nvPr/>
      </p:nvGrpSpPr>
      <p:grpSpPr>
        <a:xfrm>
          <a:off x="0" y="0"/>
          <a:ext cx="0" cy="0"/>
          <a:chOff x="0" y="0"/>
          <a:chExt cx="0" cy="0"/>
        </a:xfrm>
      </p:grpSpPr>
      <p:sp>
        <p:nvSpPr>
          <p:cNvPr id="57" name=""/>
          <p:cNvSpPr/>
          <p:nvPr/>
        </p:nvSpPr>
        <p:spPr>
          <a:xfrm>
            <a:off x="0" y="360000"/>
            <a:ext cx="3600000" cy="576000"/>
          </a:xfrm>
          <a:prstGeom prst="rect">
            <a:avLst/>
          </a:prstGeom>
          <a:solidFill>
            <a:srgbClr val="FFFFFF"/>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000000"/>
              </a:solidFill>
              <a:effectLst/>
              <a:uFillTx/>
              <a:latin typeface="Noto Sans"/>
            </a:endParaRPr>
          </a:p>
        </p:txBody>
      </p:sp>
      <p:sp>
        <p:nvSpPr>
          <p:cNvPr id="58" name="PlaceHolder 1"/>
          <p:cNvSpPr>
            <a:spLocks noGrp="1"/>
          </p:cNvSpPr>
          <p:nvPr>
            <p:ph type="title"/>
          </p:nvPr>
        </p:nvSpPr>
        <p:spPr>
          <a:xfrm>
            <a:off x="0" y="288000"/>
            <a:ext cx="3528000" cy="720000"/>
          </a:xfrm>
          <a:prstGeom prst="rect">
            <a:avLst/>
          </a:prstGeom>
          <a:noFill/>
          <a:ln w="0">
            <a:noFill/>
          </a:ln>
        </p:spPr>
        <p:txBody>
          <a:bodyPr lIns="0" tIns="0" rIns="0" bIns="0" anchor="ctr">
            <a:normAutofit fontScale="55000" lnSpcReduction="19999"/>
          </a:bodyPr>
          <a:lstStyle>
            <a:lvl1pPr indent="0" algn="r">
              <a:buNone/>
              <a:defRPr lang="ru-RU" sz="3200" b="1" u="none" strike="noStrike">
                <a:solidFill>
                  <a:srgbClr val="0D84A1"/>
                </a:solidFill>
                <a:effectLst/>
                <a:uFillTx/>
                <a:latin typeface="Noto Sans"/>
              </a:defRPr>
            </a:lvl1pPr>
          </a:lstStyle>
          <a:p>
            <a:pPr indent="0" algn="r">
              <a:buNone/>
            </a:pPr>
            <a:r>
              <a:rPr lang="ru-RU" sz="3200" b="1" u="none" strike="noStrike">
                <a:solidFill>
                  <a:srgbClr val="0D84A1"/>
                </a:solidFill>
                <a:effectLst/>
                <a:uFillTx/>
                <a:latin typeface="Noto Sans"/>
              </a:rPr>
              <a:t>Для правки текста заглавия щёлкните мышью</a:t>
            </a:r>
            <a:endParaRPr lang="ru-RU" sz="3200" b="1" u="none" strike="noStrike">
              <a:solidFill>
                <a:srgbClr val="0D84A1"/>
              </a:solidFill>
              <a:effectLst/>
              <a:uFillTx/>
              <a:latin typeface="Noto Sans"/>
            </a:endParaRPr>
          </a:p>
        </p:txBody>
      </p:sp>
      <p:sp>
        <p:nvSpPr>
          <p:cNvPr id="59" name="PlaceHolder 2"/>
          <p:cNvSpPr>
            <a:spLocks noGrp="1"/>
          </p:cNvSpPr>
          <p:nvPr>
            <p:ph type="body"/>
          </p:nvPr>
        </p:nvSpPr>
        <p:spPr>
          <a:xfrm>
            <a:off x="504000" y="1260000"/>
            <a:ext cx="9072000" cy="3780000"/>
          </a:xfrm>
          <a:prstGeom prst="rect">
            <a:avLst/>
          </a:prstGeom>
          <a:noFill/>
          <a:ln w="0">
            <a:noFill/>
          </a:ln>
        </p:spPr>
        <p:txBody>
          <a:bodyPr lIns="0" tIns="0" rIns="0" bIns="0" anchor="t">
            <a:normAutofit/>
          </a:bodyPr>
          <a:lstStyle>
            <a:lvl1pPr algn="l">
              <a:spcBef>
                <a:spcPts val="1417"/>
              </a:spcBef>
              <a:buClr>
                <a:srgbClr val="FFFFFF"/>
              </a:buClr>
              <a:buSzPct val="45000"/>
              <a:buFont typeface="Wingdings" charset="2"/>
              <a:buChar char=""/>
              <a:defRPr lang="ru-RU" sz="3200" b="0" u="none" strike="noStrike">
                <a:solidFill>
                  <a:srgbClr val="FFFFFF"/>
                </a:solidFill>
                <a:effectLst/>
                <a:uFillTx/>
                <a:latin typeface="Noto Sans"/>
              </a:defRPr>
            </a:lvl1pPr>
            <a:lvl2pPr lvl="1" algn="l">
              <a:spcBef>
                <a:spcPts val="1134"/>
              </a:spcBef>
              <a:buClr>
                <a:srgbClr val="FFFFFF"/>
              </a:buClr>
              <a:buSzPct val="75000"/>
              <a:buFont typeface="Symbol" charset="2"/>
              <a:buChar char=""/>
              <a:defRPr lang="ru-RU" sz="2800" b="0" u="none" strike="noStrike">
                <a:solidFill>
                  <a:srgbClr val="FFFFFF"/>
                </a:solidFill>
                <a:effectLst/>
                <a:uFillTx/>
                <a:latin typeface="Noto Sans"/>
              </a:defRPr>
            </a:lvl2pPr>
            <a:lvl3pPr lvl="2" algn="l">
              <a:spcBef>
                <a:spcPts val="850"/>
              </a:spcBef>
              <a:buClr>
                <a:srgbClr val="FFFFFF"/>
              </a:buClr>
              <a:buSzPct val="45000"/>
              <a:buFont typeface="Wingdings" charset="2"/>
              <a:buChar char=""/>
              <a:defRPr lang="ru-RU" sz="2400" b="0" u="none" strike="noStrike">
                <a:solidFill>
                  <a:srgbClr val="FFFFFF"/>
                </a:solidFill>
                <a:effectLst/>
                <a:uFillTx/>
                <a:latin typeface="Noto Sans"/>
              </a:defRPr>
            </a:lvl3pPr>
            <a:lvl4pPr lvl="3" algn="l">
              <a:spcBef>
                <a:spcPts val="567"/>
              </a:spcBef>
              <a:buClr>
                <a:srgbClr val="FFFFFF"/>
              </a:buClr>
              <a:buSzPct val="75000"/>
              <a:buFont typeface="Symbol" charset="2"/>
              <a:buChar char=""/>
              <a:defRPr lang="ru-RU" sz="2000" b="0" u="none" strike="noStrike">
                <a:solidFill>
                  <a:srgbClr val="FFFFFF"/>
                </a:solidFill>
                <a:effectLst/>
                <a:uFillTx/>
                <a:latin typeface="Noto Sans"/>
              </a:defRPr>
            </a:lvl4pPr>
            <a:lvl5pPr lvl="4"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5pPr>
            <a:lvl6pPr lvl="5"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6pPr>
            <a:lvl7pPr lvl="6" algn="l">
              <a:spcBef>
                <a:spcPts val="283"/>
              </a:spcBef>
              <a:buClr>
                <a:srgbClr val="FFFFFF"/>
              </a:buClr>
              <a:buSzPct val="45000"/>
              <a:buFont typeface="Wingdings" charset="2"/>
              <a:buChar char=""/>
              <a:defRPr lang="ru-RU" sz="2000" b="0" u="none" strike="noStrike">
                <a:solidFill>
                  <a:srgbClr val="FFFFFF"/>
                </a:solidFill>
                <a:effectLst/>
                <a:uFillTx/>
                <a:latin typeface="Noto Sans"/>
              </a:defRPr>
            </a:lvl7pPr>
          </a:lstStyle>
          <a:p>
            <a:pPr marL="432000" indent="-324000" algn="l">
              <a:spcBef>
                <a:spcPts val="1417"/>
              </a:spcBef>
              <a:buClr>
                <a:srgbClr val="FFFFFF"/>
              </a:buClr>
              <a:buSzPct val="45000"/>
              <a:buFont typeface="Wingdings" charset="2"/>
              <a:buChar char=""/>
            </a:pPr>
            <a:r>
              <a:rPr lang="ru-RU" sz="3200" b="0" u="none" strike="noStrike">
                <a:solidFill>
                  <a:srgbClr val="FFFFFF"/>
                </a:solidFill>
                <a:effectLst/>
                <a:uFillTx/>
                <a:latin typeface="Noto Sans"/>
              </a:rPr>
              <a:t>Для правки структуры щёлкните мышью</a:t>
            </a:r>
            <a:endParaRPr lang="ru-RU" sz="3200" b="0" u="none" strike="noStrike">
              <a:solidFill>
                <a:srgbClr val="FFFFFF"/>
              </a:solidFill>
              <a:effectLst/>
              <a:uFillTx/>
              <a:latin typeface="Noto Sans"/>
            </a:endParaRPr>
          </a:p>
          <a:p>
            <a:pPr marL="864000" lvl="1" indent="-324000" algn="l">
              <a:spcBef>
                <a:spcPts val="1134"/>
              </a:spcBef>
              <a:buClr>
                <a:srgbClr val="FFFFFF"/>
              </a:buClr>
              <a:buSzPct val="75000"/>
              <a:buFont typeface="Symbol" charset="2"/>
              <a:buChar char=""/>
            </a:pPr>
            <a:r>
              <a:rPr lang="ru-RU" sz="2800" b="0" u="none" strike="noStrike">
                <a:solidFill>
                  <a:srgbClr val="FFFFFF"/>
                </a:solidFill>
                <a:effectLst/>
                <a:uFillTx/>
                <a:latin typeface="Noto Sans"/>
              </a:rPr>
              <a:t>Второй уровень структуры</a:t>
            </a:r>
            <a:endParaRPr lang="ru-RU" sz="2800" b="0" u="none" strike="noStrike">
              <a:solidFill>
                <a:srgbClr val="FFFFFF"/>
              </a:solidFill>
              <a:effectLst/>
              <a:uFillTx/>
              <a:latin typeface="Noto Sans"/>
            </a:endParaRPr>
          </a:p>
          <a:p>
            <a:pPr marL="1296000" lvl="2" indent="-288000" algn="l">
              <a:spcBef>
                <a:spcPts val="850"/>
              </a:spcBef>
              <a:buClr>
                <a:srgbClr val="FFFFFF"/>
              </a:buClr>
              <a:buSzPct val="45000"/>
              <a:buFont typeface="Wingdings" charset="2"/>
              <a:buChar char=""/>
            </a:pPr>
            <a:r>
              <a:rPr lang="ru-RU" sz="2400" b="0" u="none" strike="noStrike">
                <a:solidFill>
                  <a:srgbClr val="FFFFFF"/>
                </a:solidFill>
                <a:effectLst/>
                <a:uFillTx/>
                <a:latin typeface="Noto Sans"/>
              </a:rPr>
              <a:t>Третий уровень структуры</a:t>
            </a:r>
            <a:endParaRPr lang="ru-RU" sz="2400" b="0" u="none" strike="noStrike">
              <a:solidFill>
                <a:srgbClr val="FFFFFF"/>
              </a:solidFill>
              <a:effectLst/>
              <a:uFillTx/>
              <a:latin typeface="Noto Sans"/>
            </a:endParaRPr>
          </a:p>
          <a:p>
            <a:pPr marL="1728000" lvl="3" indent="-216000" algn="l">
              <a:spcBef>
                <a:spcPts val="567"/>
              </a:spcBef>
              <a:buClr>
                <a:srgbClr val="FFFFFF"/>
              </a:buClr>
              <a:buSzPct val="75000"/>
              <a:buFont typeface="Symbol" charset="2"/>
              <a:buChar char=""/>
            </a:pPr>
            <a:r>
              <a:rPr lang="ru-RU" sz="2000" b="0" u="none" strike="noStrike">
                <a:solidFill>
                  <a:srgbClr val="FFFFFF"/>
                </a:solidFill>
                <a:effectLst/>
                <a:uFillTx/>
                <a:latin typeface="Noto Sans"/>
              </a:rPr>
              <a:t>Четвёртый уровень структуры</a:t>
            </a:r>
            <a:endParaRPr lang="ru-RU" sz="2000" b="0" u="none" strike="noStrike">
              <a:solidFill>
                <a:srgbClr val="FFFFFF"/>
              </a:solidFill>
              <a:effectLst/>
              <a:uFillTx/>
              <a:latin typeface="Noto Sans"/>
            </a:endParaRPr>
          </a:p>
          <a:p>
            <a:pPr marL="2160000" lvl="4"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Пятый уровень структуры</a:t>
            </a:r>
            <a:endParaRPr lang="ru-RU" sz="2000" b="0" u="none" strike="noStrike">
              <a:solidFill>
                <a:srgbClr val="FFFFFF"/>
              </a:solidFill>
              <a:effectLst/>
              <a:uFillTx/>
              <a:latin typeface="Noto Sans"/>
            </a:endParaRPr>
          </a:p>
          <a:p>
            <a:pPr marL="2592000" lvl="5"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Шестой уровень структуры</a:t>
            </a:r>
            <a:endParaRPr lang="ru-RU" sz="2000" b="0" u="none" strike="noStrike">
              <a:solidFill>
                <a:srgbClr val="FFFFFF"/>
              </a:solidFill>
              <a:effectLst/>
              <a:uFillTx/>
              <a:latin typeface="Noto Sans"/>
            </a:endParaRPr>
          </a:p>
          <a:p>
            <a:pPr marL="3024000" lvl="6" indent="-216000" algn="l">
              <a:spcBef>
                <a:spcPts val="283"/>
              </a:spcBef>
              <a:buClr>
                <a:srgbClr val="FFFFFF"/>
              </a:buClr>
              <a:buSzPct val="45000"/>
              <a:buFont typeface="Wingdings" charset="2"/>
              <a:buChar char=""/>
            </a:pPr>
            <a:r>
              <a:rPr lang="ru-RU" sz="2000" b="0" u="none" strike="noStrike">
                <a:solidFill>
                  <a:srgbClr val="FFFFFF"/>
                </a:solidFill>
                <a:effectLst/>
                <a:uFillTx/>
                <a:latin typeface="Noto Sans"/>
              </a:rPr>
              <a:t>Седьмой уровень структуры</a:t>
            </a:r>
            <a:endParaRPr lang="ru-RU" sz="2000" b="0" u="none" strike="noStrike">
              <a:solidFill>
                <a:srgbClr val="FFFFFF"/>
              </a:solidFill>
              <a:effectLst/>
              <a:uFillTx/>
              <a:latin typeface="Noto Sans"/>
            </a:endParaRPr>
          </a:p>
        </p:txBody>
      </p:sp>
      <p:sp>
        <p:nvSpPr>
          <p:cNvPr id="60" name="PlaceHolder 3"/>
          <p:cNvSpPr>
            <a:spLocks noGrp="1"/>
          </p:cNvSpPr>
          <p:nvPr>
            <p:ph type="dt" idx="25"/>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61" name="PlaceHolder 4"/>
          <p:cNvSpPr>
            <a:spLocks noGrp="1"/>
          </p:cNvSpPr>
          <p:nvPr>
            <p:ph type="ftr" idx="26"/>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FFFFFF"/>
                </a:solidFill>
                <a:effectLst/>
                <a:uFillTx/>
                <a:latin typeface="Noto Sans"/>
              </a:defRPr>
            </a:lvl1pPr>
          </a:lstStyle>
          <a:p>
            <a:pPr indent="0" algn="ctr">
              <a:buNone/>
            </a:pPr>
            <a:r>
              <a:rPr lang="ru-RU" sz="1400" b="0" u="none" strike="noStrike">
                <a:solidFill>
                  <a:srgbClr val="FFFFFF"/>
                </a:solidFill>
                <a:effectLst/>
                <a:uFillTx/>
                <a:latin typeface="Noto Sans"/>
              </a:rPr>
              <a:t>&lt;нижний колонтитул&gt;</a:t>
            </a:r>
            <a:endParaRPr lang="ru-RU" sz="1400" b="0" u="none" strike="noStrike">
              <a:solidFill>
                <a:srgbClr val="FFFFFF"/>
              </a:solidFill>
              <a:effectLst/>
              <a:uFillTx/>
              <a:latin typeface="Noto Sans"/>
            </a:endParaRPr>
          </a:p>
        </p:txBody>
      </p:sp>
      <p:sp>
        <p:nvSpPr>
          <p:cNvPr id="62" name="PlaceHolder 5"/>
          <p:cNvSpPr>
            <a:spLocks noGrp="1"/>
          </p:cNvSpPr>
          <p:nvPr>
            <p:ph type="sldNum" idx="27"/>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EA8C933D-6606-4046-9431-F537A0B6AEA5}"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White/Blue Chart">
    <p:spTree>
      <p:nvGrpSpPr>
        <p:cNvPr id="1" name=""/>
        <p:cNvGrpSpPr/>
        <p:nvPr/>
      </p:nvGrpSpPr>
      <p:grpSpPr>
        <a:xfrm>
          <a:off x="0" y="0"/>
          <a:ext cx="0" cy="0"/>
          <a:chOff x="0" y="0"/>
          <a:chExt cx="0" cy="0"/>
        </a:xfrm>
      </p:grpSpPr>
      <p:sp>
        <p:nvSpPr>
          <p:cNvPr id="63" name=""/>
          <p:cNvSpPr/>
          <p:nvPr/>
        </p:nvSpPr>
        <p:spPr>
          <a:xfrm>
            <a:off x="0" y="360000"/>
            <a:ext cx="3600000" cy="576000"/>
          </a:xfrm>
          <a:prstGeom prst="rect">
            <a:avLst/>
          </a:prstGeom>
          <a:solidFill>
            <a:srgbClr val="0D84A1"/>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FFFFFF"/>
              </a:solidFill>
              <a:effectLst/>
              <a:uFillTx/>
              <a:latin typeface="Noto Sans"/>
            </a:endParaRPr>
          </a:p>
        </p:txBody>
      </p:sp>
      <p:sp>
        <p:nvSpPr>
          <p:cNvPr id="64" name="PlaceHolder 1"/>
          <p:cNvSpPr>
            <a:spLocks noGrp="1"/>
          </p:cNvSpPr>
          <p:nvPr>
            <p:ph type="title"/>
          </p:nvPr>
        </p:nvSpPr>
        <p:spPr>
          <a:xfrm>
            <a:off x="0" y="288000"/>
            <a:ext cx="3528000" cy="720000"/>
          </a:xfrm>
          <a:prstGeom prst="rect">
            <a:avLst/>
          </a:prstGeom>
          <a:noFill/>
          <a:ln w="0">
            <a:noFill/>
          </a:ln>
        </p:spPr>
        <p:txBody>
          <a:bodyPr lIns="0" tIns="0" rIns="0" bIns="0" anchor="ctr">
            <a:normAutofit fontScale="55000" lnSpcReduction="19999"/>
          </a:bodyPr>
          <a:lstStyle>
            <a:lvl1pPr indent="0" algn="r">
              <a:buNone/>
              <a:defRPr lang="ru-RU" sz="3200" b="1" u="none" strike="noStrike">
                <a:solidFill>
                  <a:srgbClr val="FFFFFF"/>
                </a:solidFill>
                <a:effectLst/>
                <a:uFillTx/>
                <a:latin typeface="Noto Sans"/>
              </a:defRPr>
            </a:lvl1pPr>
          </a:lstStyle>
          <a:p>
            <a:pPr indent="0" algn="r">
              <a:buNone/>
            </a:pPr>
            <a:r>
              <a:rPr lang="ru-RU" sz="3200" b="1" u="none" strike="noStrike">
                <a:solidFill>
                  <a:srgbClr val="FFFFFF"/>
                </a:solidFill>
                <a:effectLst/>
                <a:uFillTx/>
                <a:latin typeface="Noto Sans"/>
              </a:rPr>
              <a:t>Для правки текста заглавия щёлкните мышью</a:t>
            </a:r>
            <a:endParaRPr lang="ru-RU" sz="3200" b="1" u="none" strike="noStrike">
              <a:solidFill>
                <a:srgbClr val="FFFFFF"/>
              </a:solidFill>
              <a:effectLst/>
              <a:uFillTx/>
              <a:latin typeface="Noto Sans"/>
            </a:endParaRPr>
          </a:p>
        </p:txBody>
      </p:sp>
      <p:sp>
        <p:nvSpPr>
          <p:cNvPr id="65" name="PlaceHolder 2"/>
          <p:cNvSpPr>
            <a:spLocks noGrp="1"/>
          </p:cNvSpPr>
          <p:nvPr>
            <p:ph type="body"/>
          </p:nvPr>
        </p:nvSpPr>
        <p:spPr>
          <a:xfrm>
            <a:off x="504000" y="1260000"/>
            <a:ext cx="9072000" cy="3780000"/>
          </a:xfrm>
          <a:prstGeom prst="rect">
            <a:avLst/>
          </a:prstGeom>
          <a:noFill/>
          <a:ln w="0">
            <a:noFill/>
          </a:ln>
        </p:spPr>
        <p:txBody>
          <a:bodyPr lIns="0" tIns="0" rIns="0" bIns="0" anchor="t">
            <a:normAutofit/>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66" name="PlaceHolder 3"/>
          <p:cNvSpPr>
            <a:spLocks noGrp="1"/>
          </p:cNvSpPr>
          <p:nvPr>
            <p:ph type="dt" idx="28"/>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67" name="PlaceHolder 4"/>
          <p:cNvSpPr>
            <a:spLocks noGrp="1"/>
          </p:cNvSpPr>
          <p:nvPr>
            <p:ph type="ftr" idx="29"/>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68" name="PlaceHolder 5"/>
          <p:cNvSpPr>
            <a:spLocks noGrp="1"/>
          </p:cNvSpPr>
          <p:nvPr>
            <p:ph type="sldNum" idx="30"/>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A9129B9E-05FB-4044-BB70-2045A0B1E1B9}"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iagram">
    <p:spTree>
      <p:nvGrpSpPr>
        <p:cNvPr id="1" name=""/>
        <p:cNvGrpSpPr/>
        <p:nvPr/>
      </p:nvGrpSpPr>
      <p:grpSpPr>
        <a:xfrm>
          <a:off x="0" y="0"/>
          <a:ext cx="0" cy="0"/>
          <a:chOff x="0" y="0"/>
          <a:chExt cx="0" cy="0"/>
        </a:xfrm>
      </p:grpSpPr>
      <p:sp>
        <p:nvSpPr>
          <p:cNvPr id="76" name=""/>
          <p:cNvSpPr/>
          <p:nvPr/>
        </p:nvSpPr>
        <p:spPr>
          <a:xfrm>
            <a:off x="7611120" y="-360"/>
            <a:ext cx="2468880" cy="5670360"/>
          </a:xfrm>
          <a:custGeom>
            <a:avLst/>
            <a:gdLst/>
            <a:ahLst/>
            <a:rect l="0" t="0" r="r" b="b"/>
            <a:pathLst>
              <a:path w="6858" h="15751">
                <a:moveTo>
                  <a:pt x="6858" y="0"/>
                </a:moveTo>
                <a:cubicBezTo>
                  <a:pt x="6858" y="5250"/>
                  <a:pt x="6858" y="10501"/>
                  <a:pt x="6858" y="15751"/>
                </a:cubicBezTo>
                <a:cubicBezTo>
                  <a:pt x="6181" y="15751"/>
                  <a:pt x="2286" y="15751"/>
                  <a:pt x="0" y="15751"/>
                </a:cubicBezTo>
                <a:cubicBezTo>
                  <a:pt x="2253" y="10501"/>
                  <a:pt x="4505" y="5250"/>
                  <a:pt x="6758" y="0"/>
                </a:cubicBezTo>
                <a:cubicBezTo>
                  <a:pt x="6791" y="0"/>
                  <a:pt x="6181" y="0"/>
                  <a:pt x="6858" y="0"/>
                </a:cubicBez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77" name=""/>
          <p:cNvSpPr/>
          <p:nvPr/>
        </p:nvSpPr>
        <p:spPr>
          <a:xfrm>
            <a:off x="0" y="0"/>
            <a:ext cx="2468880" cy="5670360"/>
          </a:xfrm>
          <a:custGeom>
            <a:avLst/>
            <a:gdLst/>
            <a:ahLst/>
            <a:rect l="0" t="0" r="r" b="b"/>
            <a:pathLst>
              <a:path w="6858" h="15751">
                <a:moveTo>
                  <a:pt x="0" y="15751"/>
                </a:moveTo>
                <a:cubicBezTo>
                  <a:pt x="0" y="10501"/>
                  <a:pt x="0" y="5250"/>
                  <a:pt x="0" y="0"/>
                </a:cubicBezTo>
                <a:cubicBezTo>
                  <a:pt x="677" y="0"/>
                  <a:pt x="4572" y="0"/>
                  <a:pt x="6858" y="0"/>
                </a:cubicBezTo>
                <a:cubicBezTo>
                  <a:pt x="4605" y="5250"/>
                  <a:pt x="2353" y="10501"/>
                  <a:pt x="100" y="15751"/>
                </a:cubicBezTo>
                <a:cubicBezTo>
                  <a:pt x="67" y="15751"/>
                  <a:pt x="677" y="15751"/>
                  <a:pt x="0" y="15751"/>
                </a:cubicBez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78" name="PlaceHolder 1"/>
          <p:cNvSpPr>
            <a:spLocks noGrp="1"/>
          </p:cNvSpPr>
          <p:nvPr>
            <p:ph type="title"/>
          </p:nvPr>
        </p:nvSpPr>
        <p:spPr>
          <a:xfrm>
            <a:off x="504000" y="216000"/>
            <a:ext cx="9072000" cy="1080000"/>
          </a:xfrm>
          <a:prstGeom prst="rect">
            <a:avLst/>
          </a:prstGeom>
          <a:noFill/>
          <a:ln w="0">
            <a:noFill/>
          </a:ln>
        </p:spPr>
        <p:txBody>
          <a:bodyPr lIns="0" tIns="0" rIns="0" bIns="0" anchor="ctr">
            <a:normAutofit fontScale="70000" lnSpcReduction="19999"/>
          </a:bodyPr>
          <a:lstStyle>
            <a:lvl1pPr indent="0" algn="l">
              <a:buNone/>
              <a:defRPr lang="ru-RU" sz="5400" b="1" u="none" strike="noStrike">
                <a:solidFill>
                  <a:srgbClr val="FFFFFF"/>
                </a:solidFill>
                <a:effectLst/>
                <a:highlight>
                  <a:srgbClr val="0D84A1"/>
                </a:highlight>
                <a:uFillTx/>
                <a:latin typeface="Noto Sans"/>
              </a:defRPr>
            </a:lvl1pPr>
          </a:lstStyle>
          <a:p>
            <a:pPr indent="0" algn="l">
              <a:buNone/>
            </a:pPr>
            <a:r>
              <a:rPr lang="ru-RU" sz="5400" b="1" u="none" strike="noStrike">
                <a:solidFill>
                  <a:srgbClr val="FFFFFF"/>
                </a:solidFill>
                <a:effectLst/>
                <a:highlight>
                  <a:srgbClr val="0D84A1"/>
                </a:highlight>
                <a:uFillTx/>
                <a:latin typeface="Noto Sans"/>
              </a:rPr>
              <a:t>Для правки текста заглавия щёлкните мышью</a:t>
            </a:r>
            <a:endParaRPr lang="ru-RU" sz="5400" b="1" u="none" strike="noStrike">
              <a:solidFill>
                <a:srgbClr val="FFFFFF"/>
              </a:solidFill>
              <a:effectLst/>
              <a:highlight>
                <a:srgbClr val="0D84A1"/>
              </a:highlight>
              <a:uFillTx/>
              <a:latin typeface="Noto Sans"/>
            </a:endParaRPr>
          </a:p>
        </p:txBody>
      </p:sp>
      <p:sp>
        <p:nvSpPr>
          <p:cNvPr id="79" name="PlaceHolder 2"/>
          <p:cNvSpPr>
            <a:spLocks noGrp="1"/>
          </p:cNvSpPr>
          <p:nvPr>
            <p:ph type="body"/>
          </p:nvPr>
        </p:nvSpPr>
        <p:spPr>
          <a:xfrm>
            <a:off x="504000" y="1440000"/>
            <a:ext cx="9072000" cy="360000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ru-RU" sz="3200" b="0" u="none" strike="noStrike">
                <a:solidFill>
                  <a:srgbClr val="000000"/>
                </a:solidFill>
                <a:effectLst/>
                <a:uFillTx/>
                <a:latin typeface="Noto Sans"/>
              </a:defRPr>
            </a:lvl1pPr>
            <a:lvl2pPr lvl="1" algn="l">
              <a:spcBef>
                <a:spcPts val="1134"/>
              </a:spcBef>
              <a:buClr>
                <a:srgbClr val="000000"/>
              </a:buClr>
              <a:buSzPct val="75000"/>
              <a:buFont typeface="Symbol" charset="2"/>
              <a:buChar char=""/>
              <a:defRPr lang="ru-RU" sz="2800" b="0" u="none" strike="noStrike">
                <a:solidFill>
                  <a:srgbClr val="000000"/>
                </a:solidFill>
                <a:effectLst/>
                <a:uFillTx/>
                <a:latin typeface="Noto Sans"/>
              </a:defRPr>
            </a:lvl2pPr>
            <a:lvl3pPr lvl="2" algn="l">
              <a:spcBef>
                <a:spcPts val="850"/>
              </a:spcBef>
              <a:buClr>
                <a:srgbClr val="000000"/>
              </a:buClr>
              <a:buSzPct val="45000"/>
              <a:buFont typeface="Wingdings" charset="2"/>
              <a:buChar char=""/>
              <a:defRPr lang="ru-RU" sz="2400" b="0" u="none" strike="noStrike">
                <a:solidFill>
                  <a:srgbClr val="000000"/>
                </a:solidFill>
                <a:effectLst/>
                <a:uFillTx/>
                <a:latin typeface="Noto Sans"/>
              </a:defRPr>
            </a:lvl3pPr>
            <a:lvl4pPr lvl="3" algn="l">
              <a:spcBef>
                <a:spcPts val="567"/>
              </a:spcBef>
              <a:buClr>
                <a:srgbClr val="000000"/>
              </a:buClr>
              <a:buSzPct val="75000"/>
              <a:buFont typeface="Symbol" charset="2"/>
              <a:buChar char=""/>
              <a:defRPr lang="ru-RU" sz="2000" b="0" u="none" strike="noStrike">
                <a:solidFill>
                  <a:srgbClr val="000000"/>
                </a:solidFill>
                <a:effectLst/>
                <a:uFillTx/>
                <a:latin typeface="Noto Sans"/>
              </a:defRPr>
            </a:lvl4pPr>
            <a:lvl5pPr lvl="4"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5pPr>
            <a:lvl6pPr lvl="5"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6pPr>
            <a:lvl7pPr lvl="6"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7pPr>
          </a:lstStyle>
          <a:p>
            <a:pPr marL="432000" indent="-324000" algn="l">
              <a:spcBef>
                <a:spcPts val="1417"/>
              </a:spcBef>
              <a:buClr>
                <a:srgbClr val="000000"/>
              </a:buClr>
              <a:buSzPct val="45000"/>
              <a:buFont typeface="Wingdings" charset="2"/>
              <a:buChar char=""/>
            </a:pPr>
            <a:r>
              <a:rPr lang="ru-RU" sz="3200" b="0" u="none" strike="noStrike">
                <a:solidFill>
                  <a:srgbClr val="000000"/>
                </a:solidFill>
                <a:effectLst/>
                <a:uFillTx/>
                <a:latin typeface="Noto Sans"/>
              </a:rPr>
              <a:t>Для правки структуры щёлкните мышью</a:t>
            </a:r>
            <a:endParaRPr lang="ru-RU" sz="3200" b="0" u="none" strike="noStrike">
              <a:solidFill>
                <a:srgbClr val="000000"/>
              </a:solidFill>
              <a:effectLst/>
              <a:uFillTx/>
              <a:latin typeface="Noto Sans"/>
            </a:endParaRPr>
          </a:p>
          <a:p>
            <a:pPr marL="864000" lvl="1" indent="-324000" algn="l">
              <a:spcBef>
                <a:spcPts val="1134"/>
              </a:spcBef>
              <a:buClr>
                <a:srgbClr val="000000"/>
              </a:buClr>
              <a:buSzPct val="75000"/>
              <a:buFont typeface="Symbol" charset="2"/>
              <a:buChar char=""/>
            </a:pPr>
            <a:r>
              <a:rPr lang="ru-RU" sz="2800" b="0" u="none" strike="noStrike">
                <a:solidFill>
                  <a:srgbClr val="000000"/>
                </a:solidFill>
                <a:effectLst/>
                <a:uFillTx/>
                <a:latin typeface="Noto Sans"/>
              </a:rPr>
              <a:t>Второй уровень структуры</a:t>
            </a:r>
            <a:endParaRPr lang="ru-RU" sz="2800" b="0" u="none" strike="noStrike">
              <a:solidFill>
                <a:srgbClr val="000000"/>
              </a:solidFill>
              <a:effectLst/>
              <a:uFillTx/>
              <a:latin typeface="Noto Sans"/>
            </a:endParaRPr>
          </a:p>
          <a:p>
            <a:pPr marL="1296000" lvl="2" indent="-288000" algn="l">
              <a:spcBef>
                <a:spcPts val="850"/>
              </a:spcBef>
              <a:buClr>
                <a:srgbClr val="000000"/>
              </a:buClr>
              <a:buSzPct val="45000"/>
              <a:buFont typeface="Wingdings" charset="2"/>
              <a:buChar char=""/>
            </a:pPr>
            <a:r>
              <a:rPr lang="ru-RU" sz="2400" b="0" u="none" strike="noStrike">
                <a:solidFill>
                  <a:srgbClr val="000000"/>
                </a:solidFill>
                <a:effectLst/>
                <a:uFillTx/>
                <a:latin typeface="Noto Sans"/>
              </a:rPr>
              <a:t>Третий уровень структуры</a:t>
            </a:r>
            <a:endParaRPr lang="ru-RU" sz="2400" b="0" u="none" strike="noStrike">
              <a:solidFill>
                <a:srgbClr val="000000"/>
              </a:solidFill>
              <a:effectLst/>
              <a:uFillTx/>
              <a:latin typeface="Noto Sans"/>
            </a:endParaRPr>
          </a:p>
          <a:p>
            <a:pPr marL="1728000" lvl="3" indent="-216000" algn="l">
              <a:spcBef>
                <a:spcPts val="567"/>
              </a:spcBef>
              <a:buClr>
                <a:srgbClr val="000000"/>
              </a:buClr>
              <a:buSzPct val="75000"/>
              <a:buFont typeface="Symbol" charset="2"/>
              <a:buChar char=""/>
            </a:pPr>
            <a:r>
              <a:rPr lang="ru-RU" sz="2000" b="0" u="none" strike="noStrike">
                <a:solidFill>
                  <a:srgbClr val="000000"/>
                </a:solidFill>
                <a:effectLst/>
                <a:uFillTx/>
                <a:latin typeface="Noto Sans"/>
              </a:rPr>
              <a:t>Четвёртый уровень структуры</a:t>
            </a:r>
            <a:endParaRPr lang="ru-RU" sz="2000" b="0" u="none" strike="noStrike">
              <a:solidFill>
                <a:srgbClr val="000000"/>
              </a:solidFill>
              <a:effectLst/>
              <a:uFillTx/>
              <a:latin typeface="Noto Sans"/>
            </a:endParaRPr>
          </a:p>
          <a:p>
            <a:pPr marL="2160000" lvl="4"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Пятый уровень структуры</a:t>
            </a:r>
            <a:endParaRPr lang="ru-RU" sz="2000" b="0" u="none" strike="noStrike">
              <a:solidFill>
                <a:srgbClr val="000000"/>
              </a:solidFill>
              <a:effectLst/>
              <a:uFillTx/>
              <a:latin typeface="Noto Sans"/>
            </a:endParaRPr>
          </a:p>
          <a:p>
            <a:pPr marL="2592000" lvl="5"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Шестой уровень структуры</a:t>
            </a:r>
            <a:endParaRPr lang="ru-RU" sz="2000" b="0" u="none" strike="noStrike">
              <a:solidFill>
                <a:srgbClr val="000000"/>
              </a:solidFill>
              <a:effectLst/>
              <a:uFillTx/>
              <a:latin typeface="Noto Sans"/>
            </a:endParaRPr>
          </a:p>
          <a:p>
            <a:pPr marL="3024000" lvl="6"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Седьмой уровень структуры</a:t>
            </a:r>
            <a:endParaRPr lang="ru-RU" sz="2000" b="0" u="none" strike="noStrike">
              <a:solidFill>
                <a:srgbClr val="000000"/>
              </a:solidFill>
              <a:effectLst/>
              <a:uFillTx/>
              <a:latin typeface="Noto Sans"/>
            </a:endParaRPr>
          </a:p>
        </p:txBody>
      </p:sp>
      <p:sp>
        <p:nvSpPr>
          <p:cNvPr id="80" name="PlaceHolder 3"/>
          <p:cNvSpPr>
            <a:spLocks noGrp="1"/>
          </p:cNvSpPr>
          <p:nvPr>
            <p:ph type="dt" idx="34"/>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81" name="PlaceHolder 4"/>
          <p:cNvSpPr>
            <a:spLocks noGrp="1"/>
          </p:cNvSpPr>
          <p:nvPr>
            <p:ph type="ftr" idx="35"/>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82" name="PlaceHolder 5"/>
          <p:cNvSpPr>
            <a:spLocks noGrp="1"/>
          </p:cNvSpPr>
          <p:nvPr>
            <p:ph type="sldNum" idx="36"/>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0AE643BE-2B52-42F9-A959-46EE4FCD3B9D}"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iagram">
    <p:spTree>
      <p:nvGrpSpPr>
        <p:cNvPr id="1" name=""/>
        <p:cNvGrpSpPr/>
        <p:nvPr/>
      </p:nvGrpSpPr>
      <p:grpSpPr>
        <a:xfrm>
          <a:off x="0" y="0"/>
          <a:ext cx="0" cy="0"/>
          <a:chOff x="0" y="0"/>
          <a:chExt cx="0" cy="0"/>
        </a:xfrm>
      </p:grpSpPr>
      <p:sp>
        <p:nvSpPr>
          <p:cNvPr id="69" name=""/>
          <p:cNvSpPr/>
          <p:nvPr/>
        </p:nvSpPr>
        <p:spPr>
          <a:xfrm>
            <a:off x="7611120" y="-360"/>
            <a:ext cx="2468880" cy="5670360"/>
          </a:xfrm>
          <a:custGeom>
            <a:avLst/>
            <a:gdLst/>
            <a:ahLst/>
            <a:rect l="0" t="0" r="r" b="b"/>
            <a:pathLst>
              <a:path w="6858" h="15751">
                <a:moveTo>
                  <a:pt x="6858" y="0"/>
                </a:moveTo>
                <a:cubicBezTo>
                  <a:pt x="6858" y="5250"/>
                  <a:pt x="6858" y="10501"/>
                  <a:pt x="6858" y="15751"/>
                </a:cubicBezTo>
                <a:cubicBezTo>
                  <a:pt x="6181" y="15751"/>
                  <a:pt x="2286" y="15751"/>
                  <a:pt x="0" y="15751"/>
                </a:cubicBezTo>
                <a:cubicBezTo>
                  <a:pt x="2253" y="10501"/>
                  <a:pt x="4505" y="5250"/>
                  <a:pt x="6758" y="0"/>
                </a:cubicBezTo>
                <a:cubicBezTo>
                  <a:pt x="6791" y="0"/>
                  <a:pt x="6181" y="0"/>
                  <a:pt x="6858" y="0"/>
                </a:cubicBez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70" name=""/>
          <p:cNvSpPr/>
          <p:nvPr/>
        </p:nvSpPr>
        <p:spPr>
          <a:xfrm>
            <a:off x="0" y="0"/>
            <a:ext cx="2468880" cy="5670360"/>
          </a:xfrm>
          <a:custGeom>
            <a:avLst/>
            <a:gdLst/>
            <a:ahLst/>
            <a:rect l="0" t="0" r="r" b="b"/>
            <a:pathLst>
              <a:path w="6858" h="15751">
                <a:moveTo>
                  <a:pt x="0" y="15751"/>
                </a:moveTo>
                <a:cubicBezTo>
                  <a:pt x="0" y="10501"/>
                  <a:pt x="0" y="5250"/>
                  <a:pt x="0" y="0"/>
                </a:cubicBezTo>
                <a:cubicBezTo>
                  <a:pt x="677" y="0"/>
                  <a:pt x="4572" y="0"/>
                  <a:pt x="6858" y="0"/>
                </a:cubicBezTo>
                <a:cubicBezTo>
                  <a:pt x="4605" y="5250"/>
                  <a:pt x="2353" y="10501"/>
                  <a:pt x="100" y="15751"/>
                </a:cubicBezTo>
                <a:cubicBezTo>
                  <a:pt x="67" y="15751"/>
                  <a:pt x="677" y="15751"/>
                  <a:pt x="0" y="15751"/>
                </a:cubicBez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71" name="PlaceHolder 1"/>
          <p:cNvSpPr>
            <a:spLocks noGrp="1"/>
          </p:cNvSpPr>
          <p:nvPr>
            <p:ph type="title"/>
          </p:nvPr>
        </p:nvSpPr>
        <p:spPr>
          <a:xfrm>
            <a:off x="504000" y="216000"/>
            <a:ext cx="9072000" cy="1080000"/>
          </a:xfrm>
          <a:prstGeom prst="rect">
            <a:avLst/>
          </a:prstGeom>
          <a:noFill/>
          <a:ln w="0">
            <a:noFill/>
          </a:ln>
        </p:spPr>
        <p:txBody>
          <a:bodyPr lIns="0" tIns="0" rIns="0" bIns="0" anchor="ctr">
            <a:normAutofit fontScale="70000" lnSpcReduction="19999"/>
          </a:bodyPr>
          <a:lstStyle>
            <a:lvl1pPr indent="0" algn="l">
              <a:buNone/>
              <a:defRPr lang="ru-RU" sz="5400" b="1" u="none" strike="noStrike">
                <a:solidFill>
                  <a:srgbClr val="FFFFFF"/>
                </a:solidFill>
                <a:effectLst/>
                <a:highlight>
                  <a:srgbClr val="0D84A1"/>
                </a:highlight>
                <a:uFillTx/>
                <a:latin typeface="Noto Sans"/>
              </a:defRPr>
            </a:lvl1pPr>
          </a:lstStyle>
          <a:p>
            <a:pPr indent="0" algn="l">
              <a:buNone/>
            </a:pPr>
            <a:r>
              <a:rPr lang="ru-RU" sz="5400" b="1" u="none" strike="noStrike">
                <a:solidFill>
                  <a:srgbClr val="FFFFFF"/>
                </a:solidFill>
                <a:effectLst/>
                <a:highlight>
                  <a:srgbClr val="0D84A1"/>
                </a:highlight>
                <a:uFillTx/>
                <a:latin typeface="Noto Sans"/>
              </a:rPr>
              <a:t>Для правки текста заглавия щёлкните мышью</a:t>
            </a:r>
            <a:endParaRPr lang="ru-RU" sz="5400" b="1" u="none" strike="noStrike">
              <a:solidFill>
                <a:srgbClr val="FFFFFF"/>
              </a:solidFill>
              <a:effectLst/>
              <a:highlight>
                <a:srgbClr val="0D84A1"/>
              </a:highlight>
              <a:uFillTx/>
              <a:latin typeface="Noto Sans"/>
            </a:endParaRPr>
          </a:p>
        </p:txBody>
      </p:sp>
      <p:sp>
        <p:nvSpPr>
          <p:cNvPr id="72" name="PlaceHolder 2"/>
          <p:cNvSpPr>
            <a:spLocks noGrp="1"/>
          </p:cNvSpPr>
          <p:nvPr>
            <p:ph type="body"/>
          </p:nvPr>
        </p:nvSpPr>
        <p:spPr>
          <a:xfrm>
            <a:off x="504000" y="1440000"/>
            <a:ext cx="9072000" cy="360000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ru-RU" sz="3200" b="0" u="none" strike="noStrike">
                <a:solidFill>
                  <a:srgbClr val="000000"/>
                </a:solidFill>
                <a:effectLst/>
                <a:uFillTx/>
                <a:latin typeface="Noto Sans"/>
              </a:defRPr>
            </a:lvl1pPr>
            <a:lvl2pPr lvl="1" algn="l">
              <a:spcBef>
                <a:spcPts val="1134"/>
              </a:spcBef>
              <a:buClr>
                <a:srgbClr val="000000"/>
              </a:buClr>
              <a:buSzPct val="75000"/>
              <a:buFont typeface="Symbol" charset="2"/>
              <a:buChar char=""/>
              <a:defRPr lang="ru-RU" sz="2800" b="0" u="none" strike="noStrike">
                <a:solidFill>
                  <a:srgbClr val="000000"/>
                </a:solidFill>
                <a:effectLst/>
                <a:uFillTx/>
                <a:latin typeface="Noto Sans"/>
              </a:defRPr>
            </a:lvl2pPr>
            <a:lvl3pPr lvl="2" algn="l">
              <a:spcBef>
                <a:spcPts val="850"/>
              </a:spcBef>
              <a:buClr>
                <a:srgbClr val="000000"/>
              </a:buClr>
              <a:buSzPct val="45000"/>
              <a:buFont typeface="Wingdings" charset="2"/>
              <a:buChar char=""/>
              <a:defRPr lang="ru-RU" sz="2400" b="0" u="none" strike="noStrike">
                <a:solidFill>
                  <a:srgbClr val="000000"/>
                </a:solidFill>
                <a:effectLst/>
                <a:uFillTx/>
                <a:latin typeface="Noto Sans"/>
              </a:defRPr>
            </a:lvl3pPr>
            <a:lvl4pPr lvl="3" algn="l">
              <a:spcBef>
                <a:spcPts val="567"/>
              </a:spcBef>
              <a:buClr>
                <a:srgbClr val="000000"/>
              </a:buClr>
              <a:buSzPct val="75000"/>
              <a:buFont typeface="Symbol" charset="2"/>
              <a:buChar char=""/>
              <a:defRPr lang="ru-RU" sz="2000" b="0" u="none" strike="noStrike">
                <a:solidFill>
                  <a:srgbClr val="000000"/>
                </a:solidFill>
                <a:effectLst/>
                <a:uFillTx/>
                <a:latin typeface="Noto Sans"/>
              </a:defRPr>
            </a:lvl4pPr>
            <a:lvl5pPr lvl="4"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5pPr>
            <a:lvl6pPr lvl="5"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6pPr>
            <a:lvl7pPr lvl="6" algn="l">
              <a:spcBef>
                <a:spcPts val="283"/>
              </a:spcBef>
              <a:buClr>
                <a:srgbClr val="000000"/>
              </a:buClr>
              <a:buSzPct val="45000"/>
              <a:buFont typeface="Wingdings" charset="2"/>
              <a:buChar char=""/>
              <a:defRPr lang="ru-RU" sz="2000" b="0" u="none" strike="noStrike">
                <a:solidFill>
                  <a:srgbClr val="000000"/>
                </a:solidFill>
                <a:effectLst/>
                <a:uFillTx/>
                <a:latin typeface="Noto Sans"/>
              </a:defRPr>
            </a:lvl7pPr>
          </a:lstStyle>
          <a:p>
            <a:pPr marL="432000" indent="-324000" algn="l">
              <a:spcBef>
                <a:spcPts val="1417"/>
              </a:spcBef>
              <a:buClr>
                <a:srgbClr val="000000"/>
              </a:buClr>
              <a:buSzPct val="45000"/>
              <a:buFont typeface="Wingdings" charset="2"/>
              <a:buChar char=""/>
            </a:pPr>
            <a:r>
              <a:rPr lang="ru-RU" sz="3200" b="0" u="none" strike="noStrike">
                <a:solidFill>
                  <a:srgbClr val="000000"/>
                </a:solidFill>
                <a:effectLst/>
                <a:uFillTx/>
                <a:latin typeface="Noto Sans"/>
              </a:rPr>
              <a:t>Для правки структуры щёлкните мышью</a:t>
            </a:r>
            <a:endParaRPr lang="ru-RU" sz="3200" b="0" u="none" strike="noStrike">
              <a:solidFill>
                <a:srgbClr val="000000"/>
              </a:solidFill>
              <a:effectLst/>
              <a:uFillTx/>
              <a:latin typeface="Noto Sans"/>
            </a:endParaRPr>
          </a:p>
          <a:p>
            <a:pPr marL="864000" lvl="1" indent="-324000" algn="l">
              <a:spcBef>
                <a:spcPts val="1134"/>
              </a:spcBef>
              <a:buClr>
                <a:srgbClr val="000000"/>
              </a:buClr>
              <a:buSzPct val="75000"/>
              <a:buFont typeface="Symbol" charset="2"/>
              <a:buChar char=""/>
            </a:pPr>
            <a:r>
              <a:rPr lang="ru-RU" sz="2800" b="0" u="none" strike="noStrike">
                <a:solidFill>
                  <a:srgbClr val="000000"/>
                </a:solidFill>
                <a:effectLst/>
                <a:uFillTx/>
                <a:latin typeface="Noto Sans"/>
              </a:rPr>
              <a:t>Второй уровень структуры</a:t>
            </a:r>
            <a:endParaRPr lang="ru-RU" sz="2800" b="0" u="none" strike="noStrike">
              <a:solidFill>
                <a:srgbClr val="000000"/>
              </a:solidFill>
              <a:effectLst/>
              <a:uFillTx/>
              <a:latin typeface="Noto Sans"/>
            </a:endParaRPr>
          </a:p>
          <a:p>
            <a:pPr marL="1296000" lvl="2" indent="-288000" algn="l">
              <a:spcBef>
                <a:spcPts val="850"/>
              </a:spcBef>
              <a:buClr>
                <a:srgbClr val="000000"/>
              </a:buClr>
              <a:buSzPct val="45000"/>
              <a:buFont typeface="Wingdings" charset="2"/>
              <a:buChar char=""/>
            </a:pPr>
            <a:r>
              <a:rPr lang="ru-RU" sz="2400" b="0" u="none" strike="noStrike">
                <a:solidFill>
                  <a:srgbClr val="000000"/>
                </a:solidFill>
                <a:effectLst/>
                <a:uFillTx/>
                <a:latin typeface="Noto Sans"/>
              </a:rPr>
              <a:t>Третий уровень структуры</a:t>
            </a:r>
            <a:endParaRPr lang="ru-RU" sz="2400" b="0" u="none" strike="noStrike">
              <a:solidFill>
                <a:srgbClr val="000000"/>
              </a:solidFill>
              <a:effectLst/>
              <a:uFillTx/>
              <a:latin typeface="Noto Sans"/>
            </a:endParaRPr>
          </a:p>
          <a:p>
            <a:pPr marL="1728000" lvl="3" indent="-216000" algn="l">
              <a:spcBef>
                <a:spcPts val="567"/>
              </a:spcBef>
              <a:buClr>
                <a:srgbClr val="000000"/>
              </a:buClr>
              <a:buSzPct val="75000"/>
              <a:buFont typeface="Symbol" charset="2"/>
              <a:buChar char=""/>
            </a:pPr>
            <a:r>
              <a:rPr lang="ru-RU" sz="2000" b="0" u="none" strike="noStrike">
                <a:solidFill>
                  <a:srgbClr val="000000"/>
                </a:solidFill>
                <a:effectLst/>
                <a:uFillTx/>
                <a:latin typeface="Noto Sans"/>
              </a:rPr>
              <a:t>Четвёртый уровень структуры</a:t>
            </a:r>
            <a:endParaRPr lang="ru-RU" sz="2000" b="0" u="none" strike="noStrike">
              <a:solidFill>
                <a:srgbClr val="000000"/>
              </a:solidFill>
              <a:effectLst/>
              <a:uFillTx/>
              <a:latin typeface="Noto Sans"/>
            </a:endParaRPr>
          </a:p>
          <a:p>
            <a:pPr marL="2160000" lvl="4"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Пятый уровень структуры</a:t>
            </a:r>
            <a:endParaRPr lang="ru-RU" sz="2000" b="0" u="none" strike="noStrike">
              <a:solidFill>
                <a:srgbClr val="000000"/>
              </a:solidFill>
              <a:effectLst/>
              <a:uFillTx/>
              <a:latin typeface="Noto Sans"/>
            </a:endParaRPr>
          </a:p>
          <a:p>
            <a:pPr marL="2592000" lvl="5"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Шестой уровень структуры</a:t>
            </a:r>
            <a:endParaRPr lang="ru-RU" sz="2000" b="0" u="none" strike="noStrike">
              <a:solidFill>
                <a:srgbClr val="000000"/>
              </a:solidFill>
              <a:effectLst/>
              <a:uFillTx/>
              <a:latin typeface="Noto Sans"/>
            </a:endParaRPr>
          </a:p>
          <a:p>
            <a:pPr marL="3024000" lvl="6" indent="-216000" algn="l">
              <a:spcBef>
                <a:spcPts val="283"/>
              </a:spcBef>
              <a:buClr>
                <a:srgbClr val="000000"/>
              </a:buClr>
              <a:buSzPct val="45000"/>
              <a:buFont typeface="Wingdings" charset="2"/>
              <a:buChar char=""/>
            </a:pPr>
            <a:r>
              <a:rPr lang="ru-RU" sz="2000" b="0" u="none" strike="noStrike">
                <a:solidFill>
                  <a:srgbClr val="000000"/>
                </a:solidFill>
                <a:effectLst/>
                <a:uFillTx/>
                <a:latin typeface="Noto Sans"/>
              </a:rPr>
              <a:t>Седьмой уровень структуры</a:t>
            </a:r>
            <a:endParaRPr lang="ru-RU" sz="2000" b="0" u="none" strike="noStrike">
              <a:solidFill>
                <a:srgbClr val="000000"/>
              </a:solidFill>
              <a:effectLst/>
              <a:uFillTx/>
              <a:latin typeface="Noto Sans"/>
            </a:endParaRPr>
          </a:p>
        </p:txBody>
      </p:sp>
      <p:sp>
        <p:nvSpPr>
          <p:cNvPr id="73" name="PlaceHolder 3"/>
          <p:cNvSpPr>
            <a:spLocks noGrp="1"/>
          </p:cNvSpPr>
          <p:nvPr>
            <p:ph type="dt" idx="31"/>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74" name="PlaceHolder 4"/>
          <p:cNvSpPr>
            <a:spLocks noGrp="1"/>
          </p:cNvSpPr>
          <p:nvPr>
            <p:ph type="ftr" idx="32"/>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75" name="PlaceHolder 5"/>
          <p:cNvSpPr>
            <a:spLocks noGrp="1"/>
          </p:cNvSpPr>
          <p:nvPr>
            <p:ph type="sldNum" idx="33"/>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AD4AD859-8937-4ADB-8E8C-5D39F4AC054E}"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able">
    <p:spTree>
      <p:nvGrpSpPr>
        <p:cNvPr id="1" name=""/>
        <p:cNvGrpSpPr/>
        <p:nvPr/>
      </p:nvGrpSpPr>
      <p:grpSpPr>
        <a:xfrm>
          <a:off x="0" y="0"/>
          <a:ext cx="0" cy="0"/>
          <a:chOff x="0" y="0"/>
          <a:chExt cx="0" cy="0"/>
        </a:xfrm>
      </p:grpSpPr>
      <p:sp>
        <p:nvSpPr>
          <p:cNvPr id="90" name=""/>
          <p:cNvSpPr/>
          <p:nvPr/>
        </p:nvSpPr>
        <p:spPr>
          <a:xfrm>
            <a:off x="0" y="0"/>
            <a:ext cx="10080360" cy="1645920"/>
          </a:xfrm>
          <a:custGeom>
            <a:avLst/>
            <a:gdLst/>
            <a:ahLst/>
            <a:rect l="0" t="0" r="r" b="b"/>
            <a:pathLst>
              <a:path w="28001" h="4572">
                <a:moveTo>
                  <a:pt x="0" y="4572"/>
                </a:moveTo>
                <a:lnTo>
                  <a:pt x="0" y="0"/>
                </a:lnTo>
                <a:lnTo>
                  <a:pt x="28001" y="0"/>
                </a:lnTo>
                <a:lnTo>
                  <a:pt x="0" y="4572"/>
                </a:ln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91" name=""/>
          <p:cNvSpPr/>
          <p:nvPr/>
        </p:nvSpPr>
        <p:spPr>
          <a:xfrm>
            <a:off x="4104000" y="4842000"/>
            <a:ext cx="5976360" cy="828360"/>
          </a:xfrm>
          <a:custGeom>
            <a:avLst/>
            <a:gdLst/>
            <a:ahLst/>
            <a:rect l="0" t="0" r="r" b="b"/>
            <a:pathLst>
              <a:path w="16601" h="2301">
                <a:moveTo>
                  <a:pt x="0" y="2301"/>
                </a:moveTo>
                <a:lnTo>
                  <a:pt x="16601" y="2301"/>
                </a:lnTo>
                <a:lnTo>
                  <a:pt x="16601" y="0"/>
                </a:lnTo>
                <a:lnTo>
                  <a:pt x="0" y="2301"/>
                </a:ln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92" name="PlaceHolder 1"/>
          <p:cNvSpPr>
            <a:spLocks noGrp="1"/>
          </p:cNvSpPr>
          <p:nvPr>
            <p:ph type="title"/>
          </p:nvPr>
        </p:nvSpPr>
        <p:spPr>
          <a:xfrm>
            <a:off x="504000" y="216000"/>
            <a:ext cx="9072000" cy="1080000"/>
          </a:xfrm>
          <a:prstGeom prst="rect">
            <a:avLst/>
          </a:prstGeom>
          <a:noFill/>
          <a:ln w="0">
            <a:noFill/>
          </a:ln>
        </p:spPr>
        <p:txBody>
          <a:bodyPr lIns="0" tIns="0" rIns="0" bIns="0" anchor="ctr">
            <a:normAutofit fontScale="70000" lnSpcReduction="19999"/>
          </a:bodyPr>
          <a:lstStyle>
            <a:lvl1pPr indent="0" algn="ctr">
              <a:buNone/>
              <a:defRPr lang="ru-RU" sz="5400" b="1" u="none" strike="noStrike">
                <a:solidFill>
                  <a:srgbClr val="FFFFFF"/>
                </a:solidFill>
                <a:effectLst/>
                <a:highlight>
                  <a:srgbClr val="0D84A1"/>
                </a:highlight>
                <a:uFillTx/>
                <a:latin typeface="Noto Sans"/>
              </a:defRPr>
            </a:lvl1pPr>
          </a:lstStyle>
          <a:p>
            <a:pPr indent="0" algn="ctr">
              <a:buNone/>
            </a:pPr>
            <a:r>
              <a:rPr lang="ru-RU" sz="5400" b="1" u="none" strike="noStrike">
                <a:solidFill>
                  <a:srgbClr val="FFFFFF"/>
                </a:solidFill>
                <a:effectLst/>
                <a:highlight>
                  <a:srgbClr val="0D84A1"/>
                </a:highlight>
                <a:uFillTx/>
                <a:latin typeface="Noto Sans"/>
              </a:rPr>
              <a:t>Для правки текста заглавия щёлкните мышью</a:t>
            </a:r>
            <a:endParaRPr lang="ru-RU" sz="5400" b="1" u="none" strike="noStrike">
              <a:solidFill>
                <a:srgbClr val="FFFFFF"/>
              </a:solidFill>
              <a:effectLst/>
              <a:highlight>
                <a:srgbClr val="0D84A1"/>
              </a:highlight>
              <a:uFillTx/>
              <a:latin typeface="Noto Sans"/>
            </a:endParaRPr>
          </a:p>
        </p:txBody>
      </p:sp>
      <p:sp>
        <p:nvSpPr>
          <p:cNvPr id="93" name="PlaceHolder 2"/>
          <p:cNvSpPr>
            <a:spLocks noGrp="1"/>
          </p:cNvSpPr>
          <p:nvPr>
            <p:ph type="body"/>
          </p:nvPr>
        </p:nvSpPr>
        <p:spPr>
          <a:xfrm>
            <a:off x="504000" y="1326600"/>
            <a:ext cx="9068400" cy="3287520"/>
          </a:xfrm>
          <a:prstGeom prst="rect">
            <a:avLst/>
          </a:prstGeom>
          <a:noFill/>
          <a:ln w="0">
            <a:noFill/>
          </a:ln>
        </p:spPr>
        <p:txBody>
          <a:bodyPr lIns="0" tIns="0" rIns="0" bIns="0" anchor="t">
            <a:normAutofit/>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94" name="PlaceHolder 3"/>
          <p:cNvSpPr>
            <a:spLocks noGrp="1"/>
          </p:cNvSpPr>
          <p:nvPr>
            <p:ph type="dt" idx="40"/>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95" name="PlaceHolder 4"/>
          <p:cNvSpPr>
            <a:spLocks noGrp="1"/>
          </p:cNvSpPr>
          <p:nvPr>
            <p:ph type="ftr" idx="41"/>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96" name="PlaceHolder 5"/>
          <p:cNvSpPr>
            <a:spLocks noGrp="1"/>
          </p:cNvSpPr>
          <p:nvPr>
            <p:ph type="sldNum" idx="42"/>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6E9CF631-25E6-4066-ABB6-EE81D08C551C}"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able">
    <p:spTree>
      <p:nvGrpSpPr>
        <p:cNvPr id="1" name=""/>
        <p:cNvGrpSpPr/>
        <p:nvPr/>
      </p:nvGrpSpPr>
      <p:grpSpPr>
        <a:xfrm>
          <a:off x="0" y="0"/>
          <a:ext cx="0" cy="0"/>
          <a:chOff x="0" y="0"/>
          <a:chExt cx="0" cy="0"/>
        </a:xfrm>
      </p:grpSpPr>
      <p:sp>
        <p:nvSpPr>
          <p:cNvPr id="83" name=""/>
          <p:cNvSpPr/>
          <p:nvPr/>
        </p:nvSpPr>
        <p:spPr>
          <a:xfrm>
            <a:off x="0" y="0"/>
            <a:ext cx="10080360" cy="1645920"/>
          </a:xfrm>
          <a:custGeom>
            <a:avLst/>
            <a:gdLst/>
            <a:ahLst/>
            <a:rect l="0" t="0" r="r" b="b"/>
            <a:pathLst>
              <a:path w="28001" h="4572">
                <a:moveTo>
                  <a:pt x="0" y="4572"/>
                </a:moveTo>
                <a:lnTo>
                  <a:pt x="0" y="0"/>
                </a:lnTo>
                <a:lnTo>
                  <a:pt x="28001" y="0"/>
                </a:lnTo>
                <a:lnTo>
                  <a:pt x="0" y="4572"/>
                </a:ln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84" name=""/>
          <p:cNvSpPr/>
          <p:nvPr/>
        </p:nvSpPr>
        <p:spPr>
          <a:xfrm>
            <a:off x="4104000" y="4842000"/>
            <a:ext cx="5976360" cy="828360"/>
          </a:xfrm>
          <a:custGeom>
            <a:avLst/>
            <a:gdLst/>
            <a:ahLst/>
            <a:rect l="0" t="0" r="r" b="b"/>
            <a:pathLst>
              <a:path w="16601" h="2301">
                <a:moveTo>
                  <a:pt x="0" y="2301"/>
                </a:moveTo>
                <a:lnTo>
                  <a:pt x="16601" y="2301"/>
                </a:lnTo>
                <a:lnTo>
                  <a:pt x="16601" y="0"/>
                </a:lnTo>
                <a:lnTo>
                  <a:pt x="0" y="2301"/>
                </a:lnTo>
                <a:close/>
              </a:path>
            </a:pathLst>
          </a:custGeom>
          <a:solidFill>
            <a:srgbClr val="0D84A1"/>
          </a:solidFill>
          <a:ln w="0">
            <a:noFill/>
          </a:ln>
        </p:spPr>
        <p:txBody>
          <a:bodyPr lIns="0" tIns="0" rIns="0" bIns="0" anchor="ctr">
            <a:noAutofit/>
          </a:bodyPr>
          <a:p>
            <a:pPr algn="ctr"/>
            <a:endParaRPr lang="ru-RU" sz="1800" b="0" u="none" strike="noStrike">
              <a:solidFill>
                <a:srgbClr val="FFFFFF"/>
              </a:solidFill>
              <a:effectLst/>
              <a:uFillTx/>
              <a:latin typeface="Noto Sans"/>
            </a:endParaRPr>
          </a:p>
        </p:txBody>
      </p:sp>
      <p:sp>
        <p:nvSpPr>
          <p:cNvPr id="85" name="PlaceHolder 1"/>
          <p:cNvSpPr>
            <a:spLocks noGrp="1"/>
          </p:cNvSpPr>
          <p:nvPr>
            <p:ph type="title"/>
          </p:nvPr>
        </p:nvSpPr>
        <p:spPr>
          <a:xfrm>
            <a:off x="504000" y="216000"/>
            <a:ext cx="9072000" cy="1080000"/>
          </a:xfrm>
          <a:prstGeom prst="rect">
            <a:avLst/>
          </a:prstGeom>
          <a:noFill/>
          <a:ln w="0">
            <a:noFill/>
          </a:ln>
        </p:spPr>
        <p:txBody>
          <a:bodyPr lIns="0" tIns="0" rIns="0" bIns="0" anchor="ctr">
            <a:normAutofit fontScale="70000" lnSpcReduction="19999"/>
          </a:bodyPr>
          <a:lstStyle>
            <a:lvl1pPr indent="0" algn="ctr">
              <a:buNone/>
              <a:defRPr lang="ru-RU" sz="5400" b="1" u="none" strike="noStrike">
                <a:solidFill>
                  <a:srgbClr val="FFFFFF"/>
                </a:solidFill>
                <a:effectLst/>
                <a:highlight>
                  <a:srgbClr val="0D84A1"/>
                </a:highlight>
                <a:uFillTx/>
                <a:latin typeface="Noto Sans"/>
              </a:defRPr>
            </a:lvl1pPr>
          </a:lstStyle>
          <a:p>
            <a:pPr indent="0" algn="ctr">
              <a:buNone/>
            </a:pPr>
            <a:r>
              <a:rPr lang="ru-RU" sz="5400" b="1" u="none" strike="noStrike">
                <a:solidFill>
                  <a:srgbClr val="FFFFFF"/>
                </a:solidFill>
                <a:effectLst/>
                <a:highlight>
                  <a:srgbClr val="0D84A1"/>
                </a:highlight>
                <a:uFillTx/>
                <a:latin typeface="Noto Sans"/>
              </a:rPr>
              <a:t>Для правки текста заглавия щёлкните мышью</a:t>
            </a:r>
            <a:endParaRPr lang="ru-RU" sz="5400" b="1" u="none" strike="noStrike">
              <a:solidFill>
                <a:srgbClr val="FFFFFF"/>
              </a:solidFill>
              <a:effectLst/>
              <a:highlight>
                <a:srgbClr val="0D84A1"/>
              </a:highlight>
              <a:uFillTx/>
              <a:latin typeface="Noto Sans"/>
            </a:endParaRPr>
          </a:p>
        </p:txBody>
      </p:sp>
      <p:sp>
        <p:nvSpPr>
          <p:cNvPr id="86" name="PlaceHolder 2"/>
          <p:cNvSpPr>
            <a:spLocks noGrp="1"/>
          </p:cNvSpPr>
          <p:nvPr>
            <p:ph type="body"/>
          </p:nvPr>
        </p:nvSpPr>
        <p:spPr>
          <a:xfrm>
            <a:off x="504000" y="1326600"/>
            <a:ext cx="9068400" cy="3287520"/>
          </a:xfrm>
          <a:prstGeom prst="rect">
            <a:avLst/>
          </a:prstGeom>
          <a:noFill/>
          <a:ln w="0">
            <a:noFill/>
          </a:ln>
        </p:spPr>
        <p:txBody>
          <a:bodyPr lIns="0" tIns="0" rIns="0" bIns="0" anchor="t">
            <a:normAutofit/>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87" name="PlaceHolder 3"/>
          <p:cNvSpPr>
            <a:spLocks noGrp="1"/>
          </p:cNvSpPr>
          <p:nvPr>
            <p:ph type="dt" idx="37"/>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88" name="PlaceHolder 4"/>
          <p:cNvSpPr>
            <a:spLocks noGrp="1"/>
          </p:cNvSpPr>
          <p:nvPr>
            <p:ph type="ftr" idx="38"/>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89" name="PlaceHolder 5"/>
          <p:cNvSpPr>
            <a:spLocks noGrp="1"/>
          </p:cNvSpPr>
          <p:nvPr>
            <p:ph type="sldNum" idx="39"/>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28E3A7A1-BC60-4885-A5F5-68106469BF98}"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Left Bar">
    <p:spTree>
      <p:nvGrpSpPr>
        <p:cNvPr id="1" name=""/>
        <p:cNvGrpSpPr/>
        <p:nvPr/>
      </p:nvGrpSpPr>
      <p:grpSpPr>
        <a:xfrm>
          <a:off x="0" y="0"/>
          <a:ext cx="0" cy="0"/>
          <a:chOff x="0" y="0"/>
          <a:chExt cx="0" cy="0"/>
        </a:xfrm>
      </p:grpSpPr>
      <p:sp>
        <p:nvSpPr>
          <p:cNvPr id="97" name=""/>
          <p:cNvSpPr/>
          <p:nvPr/>
        </p:nvSpPr>
        <p:spPr>
          <a:xfrm>
            <a:off x="0" y="0"/>
            <a:ext cx="1620000" cy="5670000"/>
          </a:xfrm>
          <a:prstGeom prst="rect">
            <a:avLst/>
          </a:prstGeom>
          <a:solidFill>
            <a:srgbClr val="0D84A1"/>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FFFFFF"/>
              </a:solidFill>
              <a:effectLst/>
              <a:uFillTx/>
              <a:latin typeface="Noto Sans"/>
            </a:endParaRPr>
          </a:p>
        </p:txBody>
      </p:sp>
      <p:sp>
        <p:nvSpPr>
          <p:cNvPr id="98" name="PlaceHolder 1"/>
          <p:cNvSpPr>
            <a:spLocks noGrp="1"/>
          </p:cNvSpPr>
          <p:nvPr>
            <p:ph type="title"/>
          </p:nvPr>
        </p:nvSpPr>
        <p:spPr>
          <a:xfrm rot="16200000">
            <a:off x="-1709640" y="2160000"/>
            <a:ext cx="5040000" cy="1260000"/>
          </a:xfrm>
          <a:prstGeom prst="rect">
            <a:avLst/>
          </a:prstGeom>
          <a:noFill/>
          <a:ln w="0">
            <a:noFill/>
          </a:ln>
        </p:spPr>
        <p:txBody>
          <a:bodyPr lIns="0" tIns="0" rIns="0" bIns="0" anchor="ctr">
            <a:normAutofit fontScale="70000" lnSpcReduction="19999"/>
          </a:bodyPr>
          <a:lstStyle>
            <a:lvl1pPr indent="0" algn="ctr">
              <a:buNone/>
              <a:defRPr lang="ru-RU" sz="4400" b="1" u="none" strike="noStrike">
                <a:solidFill>
                  <a:srgbClr val="FFFFFF"/>
                </a:solidFill>
                <a:effectLst/>
                <a:uFillTx/>
                <a:latin typeface="Noto Sans"/>
              </a:defRPr>
            </a:lvl1pPr>
          </a:lstStyle>
          <a:p>
            <a:pPr indent="0" algn="ctr">
              <a:buNone/>
            </a:pPr>
            <a:r>
              <a:rPr lang="ru-RU" sz="4400" b="1" u="none" strike="noStrike">
                <a:solidFill>
                  <a:srgbClr val="FFFFFF"/>
                </a:solidFill>
                <a:effectLst/>
                <a:uFillTx/>
                <a:latin typeface="Noto Sans"/>
              </a:rPr>
              <a:t>Для правки текста заглавия щёлкните мышью</a:t>
            </a:r>
            <a:endParaRPr lang="ru-RU" sz="4400" b="1" u="none" strike="noStrike">
              <a:solidFill>
                <a:srgbClr val="FFFFFF"/>
              </a:solidFill>
              <a:effectLst/>
              <a:uFillTx/>
              <a:latin typeface="Noto Sans"/>
            </a:endParaRPr>
          </a:p>
        </p:txBody>
      </p:sp>
      <p:sp>
        <p:nvSpPr>
          <p:cNvPr id="99" name="PlaceHolder 2"/>
          <p:cNvSpPr>
            <a:spLocks noGrp="1"/>
          </p:cNvSpPr>
          <p:nvPr>
            <p:ph type="body"/>
          </p:nvPr>
        </p:nvSpPr>
        <p:spPr>
          <a:xfrm>
            <a:off x="1980000" y="180000"/>
            <a:ext cx="7560000" cy="4680000"/>
          </a:xfrm>
          <a:prstGeom prst="rect">
            <a:avLst/>
          </a:prstGeom>
          <a:noFill/>
          <a:ln w="0">
            <a:noFill/>
          </a:ln>
        </p:spPr>
        <p:txBody>
          <a:bodyPr lIns="0" tIns="0" rIns="0" bIns="0" anchor="t">
            <a:normAutofit/>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100" name="PlaceHolder 3"/>
          <p:cNvSpPr>
            <a:spLocks noGrp="1"/>
          </p:cNvSpPr>
          <p:nvPr>
            <p:ph type="dt" idx="43"/>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FFFFFF"/>
                </a:solidFill>
                <a:effectLst/>
                <a:uFillTx/>
                <a:latin typeface="Noto Sans"/>
              </a:defRPr>
            </a:lvl1pPr>
          </a:lstStyle>
          <a:p>
            <a:pPr indent="0" algn="l">
              <a:buNone/>
            </a:pPr>
            <a:r>
              <a:rPr lang="ru-RU" sz="1400" b="0" u="none" strike="noStrike">
                <a:solidFill>
                  <a:srgbClr val="FFFFFF"/>
                </a:solidFill>
                <a:effectLst/>
                <a:uFillTx/>
                <a:latin typeface="Noto Sans"/>
              </a:rPr>
              <a:t>&lt;дата/время&gt;</a:t>
            </a:r>
            <a:endParaRPr lang="ru-RU" sz="1400" b="0" u="none" strike="noStrike">
              <a:solidFill>
                <a:srgbClr val="000000"/>
              </a:solidFill>
              <a:effectLst/>
              <a:uFillTx/>
              <a:latin typeface="Noto Sans"/>
            </a:endParaRPr>
          </a:p>
        </p:txBody>
      </p:sp>
      <p:sp>
        <p:nvSpPr>
          <p:cNvPr id="101" name="PlaceHolder 4"/>
          <p:cNvSpPr>
            <a:spLocks noGrp="1"/>
          </p:cNvSpPr>
          <p:nvPr>
            <p:ph type="ftr" idx="44"/>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102" name="PlaceHolder 5"/>
          <p:cNvSpPr>
            <a:spLocks noGrp="1"/>
          </p:cNvSpPr>
          <p:nvPr>
            <p:ph type="sldNum" idx="45"/>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000000"/>
                </a:solidFill>
                <a:effectLst/>
                <a:uFillTx/>
                <a:latin typeface="Noto Sans"/>
              </a:defRPr>
            </a:lvl1pPr>
          </a:lstStyle>
          <a:p>
            <a:pPr indent="0" algn="r">
              <a:buNone/>
            </a:pPr>
            <a:fld id="{7C5BD7D6-5D2D-43D9-A3FE-9E90B23C460C}" type="slidenum">
              <a:rPr lang="ru-RU" sz="1400" b="0" u="none" strike="noStrike">
                <a:solidFill>
                  <a:srgbClr val="000000"/>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Right Bar">
    <p:spTree>
      <p:nvGrpSpPr>
        <p:cNvPr id="1" name=""/>
        <p:cNvGrpSpPr/>
        <p:nvPr/>
      </p:nvGrpSpPr>
      <p:grpSpPr>
        <a:xfrm>
          <a:off x="0" y="0"/>
          <a:ext cx="0" cy="0"/>
          <a:chOff x="0" y="0"/>
          <a:chExt cx="0" cy="0"/>
        </a:xfrm>
      </p:grpSpPr>
      <p:sp>
        <p:nvSpPr>
          <p:cNvPr id="103" name=""/>
          <p:cNvSpPr/>
          <p:nvPr/>
        </p:nvSpPr>
        <p:spPr>
          <a:xfrm>
            <a:off x="8460000" y="0"/>
            <a:ext cx="1620000" cy="5670000"/>
          </a:xfrm>
          <a:prstGeom prst="rect">
            <a:avLst/>
          </a:prstGeom>
          <a:solidFill>
            <a:srgbClr val="0D84A1"/>
          </a:solidFill>
          <a:ln w="0">
            <a:noFill/>
          </a:ln>
        </p:spPr>
        <p:style>
          <a:lnRef idx="0"/>
          <a:fillRef idx="0"/>
          <a:effectRef idx="0"/>
          <a:fontRef idx="minor"/>
        </p:style>
        <p:txBody>
          <a:bodyPr wrap="none" lIns="0" tIns="0" rIns="0" bIns="0" anchor="ctr">
            <a:noAutofit/>
          </a:bodyPr>
          <a:p>
            <a:pPr algn="ctr"/>
            <a:endParaRPr lang="ru-RU" sz="1800" b="0" u="none" strike="noStrike">
              <a:solidFill>
                <a:srgbClr val="FFFFFF"/>
              </a:solidFill>
              <a:effectLst/>
              <a:uFillTx/>
              <a:latin typeface="Noto Sans"/>
            </a:endParaRPr>
          </a:p>
        </p:txBody>
      </p:sp>
      <p:sp>
        <p:nvSpPr>
          <p:cNvPr id="104" name="PlaceHolder 1"/>
          <p:cNvSpPr>
            <a:spLocks noGrp="1"/>
          </p:cNvSpPr>
          <p:nvPr>
            <p:ph type="title"/>
          </p:nvPr>
        </p:nvSpPr>
        <p:spPr>
          <a:xfrm rot="5400000">
            <a:off x="6750000" y="2070000"/>
            <a:ext cx="5040000" cy="1260000"/>
          </a:xfrm>
          <a:prstGeom prst="rect">
            <a:avLst/>
          </a:prstGeom>
          <a:noFill/>
          <a:ln w="0">
            <a:noFill/>
          </a:ln>
        </p:spPr>
        <p:txBody>
          <a:bodyPr lIns="0" tIns="0" rIns="0" bIns="0" anchor="ctr">
            <a:normAutofit fontScale="70000" lnSpcReduction="19999"/>
          </a:bodyPr>
          <a:lstStyle>
            <a:lvl1pPr indent="0" algn="ctr">
              <a:buNone/>
              <a:defRPr lang="ru-RU" sz="4400" b="1" u="none" strike="noStrike">
                <a:solidFill>
                  <a:srgbClr val="FFFFFF"/>
                </a:solidFill>
                <a:effectLst/>
                <a:uFillTx/>
                <a:latin typeface="Noto Sans"/>
              </a:defRPr>
            </a:lvl1pPr>
          </a:lstStyle>
          <a:p>
            <a:pPr indent="0" algn="ctr">
              <a:buNone/>
            </a:pPr>
            <a:r>
              <a:rPr lang="ru-RU" sz="4400" b="1" u="none" strike="noStrike">
                <a:solidFill>
                  <a:srgbClr val="FFFFFF"/>
                </a:solidFill>
                <a:effectLst/>
                <a:uFillTx/>
                <a:latin typeface="Noto Sans"/>
              </a:rPr>
              <a:t>Для правки текста заглавия щёлкните мышью</a:t>
            </a:r>
            <a:endParaRPr lang="ru-RU" sz="4400" b="1" u="none" strike="noStrike">
              <a:solidFill>
                <a:srgbClr val="FFFFFF"/>
              </a:solidFill>
              <a:effectLst/>
              <a:uFillTx/>
              <a:latin typeface="Noto Sans"/>
            </a:endParaRPr>
          </a:p>
        </p:txBody>
      </p:sp>
      <p:sp>
        <p:nvSpPr>
          <p:cNvPr id="105" name="PlaceHolder 2"/>
          <p:cNvSpPr>
            <a:spLocks noGrp="1"/>
          </p:cNvSpPr>
          <p:nvPr>
            <p:ph type="body"/>
          </p:nvPr>
        </p:nvSpPr>
        <p:spPr>
          <a:xfrm>
            <a:off x="180000" y="180000"/>
            <a:ext cx="7560000" cy="4680000"/>
          </a:xfrm>
          <a:prstGeom prst="rect">
            <a:avLst/>
          </a:prstGeom>
          <a:noFill/>
          <a:ln w="0">
            <a:noFill/>
          </a:ln>
        </p:spPr>
        <p:txBody>
          <a:bodyPr lIns="0" tIns="0" rIns="0" bIns="0" anchor="t">
            <a:normAutofit/>
          </a:bodyPr>
          <a:lstStyle>
            <a:lvl1pPr algn="l">
              <a:spcBef>
                <a:spcPts val="1417"/>
              </a:spcBef>
              <a:buClr>
                <a:srgbClr val="666666"/>
              </a:buClr>
              <a:buSzPct val="45000"/>
              <a:buFont typeface="Wingdings" charset="2"/>
              <a:buChar char=""/>
              <a:defRPr lang="ru-RU" sz="3200" b="0" u="none" strike="noStrike">
                <a:solidFill>
                  <a:srgbClr val="666666"/>
                </a:solidFill>
                <a:effectLst/>
                <a:uFillTx/>
                <a:latin typeface="Noto Sans"/>
              </a:defRPr>
            </a:lvl1pPr>
            <a:lvl2pPr lvl="1" algn="l">
              <a:spcBef>
                <a:spcPts val="1134"/>
              </a:spcBef>
              <a:buClr>
                <a:srgbClr val="666666"/>
              </a:buClr>
              <a:buSzPct val="75000"/>
              <a:buFont typeface="Symbol" charset="2"/>
              <a:buChar char=""/>
              <a:defRPr lang="ru-RU" sz="2800" b="0" u="none" strike="noStrike">
                <a:solidFill>
                  <a:srgbClr val="666666"/>
                </a:solidFill>
                <a:effectLst/>
                <a:uFillTx/>
                <a:latin typeface="Noto Sans"/>
              </a:defRPr>
            </a:lvl2pPr>
            <a:lvl3pPr lvl="2" algn="l">
              <a:spcBef>
                <a:spcPts val="850"/>
              </a:spcBef>
              <a:buClr>
                <a:srgbClr val="666666"/>
              </a:buClr>
              <a:buSzPct val="45000"/>
              <a:buFont typeface="Wingdings" charset="2"/>
              <a:buChar char=""/>
              <a:defRPr lang="ru-RU" sz="2400" b="0" u="none" strike="noStrike">
                <a:solidFill>
                  <a:srgbClr val="666666"/>
                </a:solidFill>
                <a:effectLst/>
                <a:uFillTx/>
                <a:latin typeface="Noto Sans"/>
              </a:defRPr>
            </a:lvl3pPr>
            <a:lvl4pPr lvl="3" algn="l">
              <a:spcBef>
                <a:spcPts val="567"/>
              </a:spcBef>
              <a:buClr>
                <a:srgbClr val="666666"/>
              </a:buClr>
              <a:buSzPct val="75000"/>
              <a:buFont typeface="Symbol" charset="2"/>
              <a:buChar char=""/>
              <a:defRPr lang="ru-RU" sz="2000" b="0" u="none" strike="noStrike">
                <a:solidFill>
                  <a:srgbClr val="666666"/>
                </a:solidFill>
                <a:effectLst/>
                <a:uFillTx/>
                <a:latin typeface="Noto Sans"/>
              </a:defRPr>
            </a:lvl4pPr>
            <a:lvl5pPr lvl="4"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5pPr>
            <a:lvl6pPr lvl="5"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6pPr>
            <a:lvl7pPr lvl="6" algn="l">
              <a:spcBef>
                <a:spcPts val="283"/>
              </a:spcBef>
              <a:buClr>
                <a:srgbClr val="666666"/>
              </a:buClr>
              <a:buSzPct val="45000"/>
              <a:buFont typeface="Wingdings" charset="2"/>
              <a:buChar char=""/>
              <a:defRPr lang="ru-RU" sz="2000" b="0" u="none" strike="noStrike">
                <a:solidFill>
                  <a:srgbClr val="666666"/>
                </a:solidFill>
                <a:effectLst/>
                <a:uFillTx/>
                <a:latin typeface="Noto Sans"/>
              </a:defRPr>
            </a:lvl7pPr>
          </a:lstStyle>
          <a:p>
            <a:pPr marL="432000" indent="-324000" algn="l">
              <a:spcBef>
                <a:spcPts val="1417"/>
              </a:spcBef>
              <a:buClr>
                <a:srgbClr val="666666"/>
              </a:buClr>
              <a:buSzPct val="45000"/>
              <a:buFont typeface="Wingdings" charset="2"/>
              <a:buChar char=""/>
            </a:pPr>
            <a:r>
              <a:rPr lang="ru-RU" sz="3200" b="0" u="none" strike="noStrike">
                <a:solidFill>
                  <a:srgbClr val="666666"/>
                </a:solidFill>
                <a:effectLst/>
                <a:uFillTx/>
                <a:latin typeface="Noto Sans"/>
              </a:rPr>
              <a:t>Для правки структуры щёлкните мышью</a:t>
            </a:r>
            <a:endParaRPr lang="ru-RU" sz="3200" b="0" u="none" strike="noStrike">
              <a:solidFill>
                <a:srgbClr val="666666"/>
              </a:solidFill>
              <a:effectLst/>
              <a:uFillTx/>
              <a:latin typeface="Noto Sans"/>
            </a:endParaRPr>
          </a:p>
          <a:p>
            <a:pPr marL="864000" lvl="1" indent="-324000" algn="l">
              <a:spcBef>
                <a:spcPts val="1134"/>
              </a:spcBef>
              <a:buClr>
                <a:srgbClr val="666666"/>
              </a:buClr>
              <a:buSzPct val="75000"/>
              <a:buFont typeface="Symbol" charset="2"/>
              <a:buChar char=""/>
            </a:pPr>
            <a:r>
              <a:rPr lang="ru-RU" sz="2800" b="0" u="none" strike="noStrike">
                <a:solidFill>
                  <a:srgbClr val="666666"/>
                </a:solidFill>
                <a:effectLst/>
                <a:uFillTx/>
                <a:latin typeface="Noto Sans"/>
              </a:rPr>
              <a:t>Второй уровень структуры</a:t>
            </a:r>
            <a:endParaRPr lang="ru-RU" sz="2800" b="0" u="none" strike="noStrike">
              <a:solidFill>
                <a:srgbClr val="666666"/>
              </a:solidFill>
              <a:effectLst/>
              <a:uFillTx/>
              <a:latin typeface="Noto Sans"/>
            </a:endParaRPr>
          </a:p>
          <a:p>
            <a:pPr marL="1296000" lvl="2" indent="-288000" algn="l">
              <a:spcBef>
                <a:spcPts val="850"/>
              </a:spcBef>
              <a:buClr>
                <a:srgbClr val="666666"/>
              </a:buClr>
              <a:buSzPct val="45000"/>
              <a:buFont typeface="Wingdings" charset="2"/>
              <a:buChar char=""/>
            </a:pPr>
            <a:r>
              <a:rPr lang="ru-RU" sz="2400" b="0" u="none" strike="noStrike">
                <a:solidFill>
                  <a:srgbClr val="666666"/>
                </a:solidFill>
                <a:effectLst/>
                <a:uFillTx/>
                <a:latin typeface="Noto Sans"/>
              </a:rPr>
              <a:t>Третий уровень структуры</a:t>
            </a:r>
            <a:endParaRPr lang="ru-RU" sz="2400" b="0" u="none" strike="noStrike">
              <a:solidFill>
                <a:srgbClr val="666666"/>
              </a:solidFill>
              <a:effectLst/>
              <a:uFillTx/>
              <a:latin typeface="Noto Sans"/>
            </a:endParaRPr>
          </a:p>
          <a:p>
            <a:pPr marL="1728000" lvl="3" indent="-216000" algn="l">
              <a:spcBef>
                <a:spcPts val="567"/>
              </a:spcBef>
              <a:buClr>
                <a:srgbClr val="666666"/>
              </a:buClr>
              <a:buSzPct val="75000"/>
              <a:buFont typeface="Symbol" charset="2"/>
              <a:buChar char=""/>
            </a:pPr>
            <a:r>
              <a:rPr lang="ru-RU" sz="2000" b="0" u="none" strike="noStrike">
                <a:solidFill>
                  <a:srgbClr val="666666"/>
                </a:solidFill>
                <a:effectLst/>
                <a:uFillTx/>
                <a:latin typeface="Noto Sans"/>
              </a:rPr>
              <a:t>Четвёртый уровень структуры</a:t>
            </a:r>
            <a:endParaRPr lang="ru-RU" sz="2000" b="0" u="none" strike="noStrike">
              <a:solidFill>
                <a:srgbClr val="666666"/>
              </a:solidFill>
              <a:effectLst/>
              <a:uFillTx/>
              <a:latin typeface="Noto Sans"/>
            </a:endParaRPr>
          </a:p>
          <a:p>
            <a:pPr marL="2160000" lvl="4"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Пятый уровень структуры</a:t>
            </a:r>
            <a:endParaRPr lang="ru-RU" sz="2000" b="0" u="none" strike="noStrike">
              <a:solidFill>
                <a:srgbClr val="666666"/>
              </a:solidFill>
              <a:effectLst/>
              <a:uFillTx/>
              <a:latin typeface="Noto Sans"/>
            </a:endParaRPr>
          </a:p>
          <a:p>
            <a:pPr marL="2592000" lvl="5"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Шестой уровень структуры</a:t>
            </a:r>
            <a:endParaRPr lang="ru-RU" sz="2000" b="0" u="none" strike="noStrike">
              <a:solidFill>
                <a:srgbClr val="666666"/>
              </a:solidFill>
              <a:effectLst/>
              <a:uFillTx/>
              <a:latin typeface="Noto Sans"/>
            </a:endParaRPr>
          </a:p>
          <a:p>
            <a:pPr marL="3024000" lvl="6" indent="-216000" algn="l">
              <a:spcBef>
                <a:spcPts val="283"/>
              </a:spcBef>
              <a:buClr>
                <a:srgbClr val="666666"/>
              </a:buClr>
              <a:buSzPct val="45000"/>
              <a:buFont typeface="Wingdings" charset="2"/>
              <a:buChar char=""/>
            </a:pPr>
            <a:r>
              <a:rPr lang="ru-RU" sz="2000" b="0" u="none" strike="noStrike">
                <a:solidFill>
                  <a:srgbClr val="666666"/>
                </a:solidFill>
                <a:effectLst/>
                <a:uFillTx/>
                <a:latin typeface="Noto Sans"/>
              </a:rPr>
              <a:t>Седьмой уровень структуры</a:t>
            </a:r>
            <a:endParaRPr lang="ru-RU" sz="2000" b="0" u="none" strike="noStrike">
              <a:solidFill>
                <a:srgbClr val="666666"/>
              </a:solidFill>
              <a:effectLst/>
              <a:uFillTx/>
              <a:latin typeface="Noto Sans"/>
            </a:endParaRPr>
          </a:p>
        </p:txBody>
      </p:sp>
      <p:sp>
        <p:nvSpPr>
          <p:cNvPr id="106" name="PlaceHolder 3"/>
          <p:cNvSpPr>
            <a:spLocks noGrp="1"/>
          </p:cNvSpPr>
          <p:nvPr>
            <p:ph type="dt" idx="46"/>
          </p:nvPr>
        </p:nvSpPr>
        <p:spPr>
          <a:xfrm>
            <a:off x="504000" y="5328000"/>
            <a:ext cx="2347200" cy="242640"/>
          </a:xfrm>
          <a:prstGeom prst="rect">
            <a:avLst/>
          </a:prstGeom>
          <a:noFill/>
          <a:ln w="0">
            <a:noFill/>
          </a:ln>
        </p:spPr>
        <p:txBody>
          <a:bodyPr lIns="0" tIns="0" rIns="0" bIns="0" anchor="t">
            <a:spAutoFit/>
          </a:bodyPr>
          <a:lstStyle>
            <a:lvl1pPr indent="0" algn="l">
              <a:buNone/>
              <a:defRPr lang="ru-RU" sz="1400" b="0" u="none" strike="noStrike">
                <a:solidFill>
                  <a:srgbClr val="000000"/>
                </a:solidFill>
                <a:effectLst/>
                <a:uFillTx/>
                <a:latin typeface="Noto Sans"/>
              </a:defRPr>
            </a:lvl1pPr>
          </a:lstStyle>
          <a:p>
            <a:pPr indent="0" algn="l">
              <a:buNone/>
            </a:pPr>
            <a:r>
              <a:rPr lang="ru-RU" sz="1400" b="0" u="none" strike="noStrike">
                <a:solidFill>
                  <a:srgbClr val="000000"/>
                </a:solidFill>
                <a:effectLst/>
                <a:uFillTx/>
                <a:latin typeface="Noto Sans"/>
              </a:rPr>
              <a:t>&lt;дата/время&gt;</a:t>
            </a:r>
            <a:endParaRPr lang="ru-RU" sz="1400" b="0" u="none" strike="noStrike">
              <a:solidFill>
                <a:srgbClr val="000000"/>
              </a:solidFill>
              <a:effectLst/>
              <a:uFillTx/>
              <a:latin typeface="Noto Sans"/>
            </a:endParaRPr>
          </a:p>
        </p:txBody>
      </p:sp>
      <p:sp>
        <p:nvSpPr>
          <p:cNvPr id="107" name="PlaceHolder 4"/>
          <p:cNvSpPr>
            <a:spLocks noGrp="1"/>
          </p:cNvSpPr>
          <p:nvPr>
            <p:ph type="ftr" idx="47"/>
          </p:nvPr>
        </p:nvSpPr>
        <p:spPr>
          <a:xfrm>
            <a:off x="3420000" y="5328000"/>
            <a:ext cx="3240000" cy="242640"/>
          </a:xfrm>
          <a:prstGeom prst="rect">
            <a:avLst/>
          </a:prstGeom>
          <a:noFill/>
          <a:ln w="0">
            <a:noFill/>
          </a:ln>
        </p:spPr>
        <p:txBody>
          <a:bodyPr lIns="0" tIns="0" rIns="0" bIns="0" anchor="t">
            <a:spAutoFit/>
          </a:bodyPr>
          <a:lstStyle>
            <a:lvl1pPr indent="0" algn="ctr">
              <a:buNone/>
              <a:defRPr lang="ru-RU" sz="1400" b="0" u="none" strike="noStrike">
                <a:solidFill>
                  <a:srgbClr val="000000"/>
                </a:solidFill>
                <a:effectLst/>
                <a:uFillTx/>
                <a:latin typeface="Noto Sans"/>
              </a:defRPr>
            </a:lvl1pPr>
          </a:lstStyle>
          <a:p>
            <a:pPr indent="0" algn="ctr">
              <a:buNone/>
            </a:pPr>
            <a:r>
              <a:rPr lang="ru-RU" sz="1400" b="0" u="none" strike="noStrike">
                <a:solidFill>
                  <a:srgbClr val="000000"/>
                </a:solidFill>
                <a:effectLst/>
                <a:uFillTx/>
                <a:latin typeface="Noto Sans"/>
              </a:rPr>
              <a:t>&lt;нижний колонтитул&gt;</a:t>
            </a:r>
            <a:endParaRPr lang="ru-RU" sz="1400" b="0" u="none" strike="noStrike">
              <a:solidFill>
                <a:srgbClr val="000000"/>
              </a:solidFill>
              <a:effectLst/>
              <a:uFillTx/>
              <a:latin typeface="Noto Sans"/>
            </a:endParaRPr>
          </a:p>
        </p:txBody>
      </p:sp>
      <p:sp>
        <p:nvSpPr>
          <p:cNvPr id="108" name="PlaceHolder 5"/>
          <p:cNvSpPr>
            <a:spLocks noGrp="1"/>
          </p:cNvSpPr>
          <p:nvPr>
            <p:ph type="sldNum" idx="48"/>
          </p:nvPr>
        </p:nvSpPr>
        <p:spPr>
          <a:xfrm>
            <a:off x="7228800" y="5328000"/>
            <a:ext cx="2347200" cy="242640"/>
          </a:xfrm>
          <a:prstGeom prst="rect">
            <a:avLst/>
          </a:prstGeom>
          <a:noFill/>
          <a:ln w="0">
            <a:noFill/>
          </a:ln>
        </p:spPr>
        <p:txBody>
          <a:bodyPr lIns="0" tIns="0" rIns="0" bIns="0" anchor="t">
            <a:spAutoFit/>
          </a:bodyPr>
          <a:lstStyle>
            <a:lvl1pPr indent="0" algn="r">
              <a:buNone/>
              <a:defRPr lang="ru-RU" sz="1400" b="0" u="none" strike="noStrike">
                <a:solidFill>
                  <a:srgbClr val="FFFFFF"/>
                </a:solidFill>
                <a:effectLst/>
                <a:uFillTx/>
                <a:latin typeface="Noto Sans"/>
              </a:defRPr>
            </a:lvl1pPr>
          </a:lstStyle>
          <a:p>
            <a:pPr indent="0" algn="r">
              <a:buNone/>
            </a:pPr>
            <a:fld id="{CAC88C12-1BC0-403A-BFBA-A2CF45D30A06}" type="slidenum">
              <a:rPr lang="ru-RU" sz="1400" b="0" u="none" strike="noStrike">
                <a:solidFill>
                  <a:srgbClr val="FFFFFF"/>
                </a:solidFill>
                <a:effectLst/>
                <a:uFillTx/>
                <a:latin typeface="Noto Sans"/>
              </a:rPr>
              <a:t>&lt;номер&gt;</a:t>
            </a:fld>
            <a:endParaRPr lang="ru-RU" sz="1400" b="0" u="none" strike="noStrike">
              <a:solidFill>
                <a:srgbClr val="000000"/>
              </a:solidFill>
              <a:effectLst/>
              <a:uFillTx/>
              <a:latin typeface="Noto San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
          <p:cNvSpPr/>
          <p:nvPr/>
        </p:nvSpPr>
        <p:spPr>
          <a:xfrm>
            <a:off x="720000" y="3204000"/>
            <a:ext cx="6624000" cy="0"/>
          </a:xfrm>
          <a:prstGeom prst="line">
            <a:avLst/>
          </a:prstGeom>
          <a:ln cap="rnd" w="36000">
            <a:solidFill>
              <a:srgbClr val="FFFFFF"/>
            </a:solidFill>
            <a:round/>
          </a:ln>
        </p:spPr>
        <p:style>
          <a:lnRef idx="0"/>
          <a:fillRef idx="0"/>
          <a:effectRef idx="0"/>
          <a:fontRef idx="minor"/>
        </p:style>
        <p:txBody>
          <a:bodyPr lIns="0" tIns="0" rIns="0" bIns="0" anchor="ctr">
            <a:noAutofit/>
          </a:bodyPr>
          <a:p>
            <a:pPr algn="ctr"/>
            <a:endParaRPr lang="ru-RU" sz="1800" b="0" u="none" strike="noStrike">
              <a:solidFill>
                <a:srgbClr val="0D84A1"/>
              </a:solidFill>
              <a:effectLst/>
              <a:uFillTx/>
              <a:latin typeface="Noto Sans"/>
            </a:endParaRPr>
          </a:p>
        </p:txBody>
      </p:sp>
      <p:sp>
        <p:nvSpPr>
          <p:cNvPr id="110" name="PlaceHolder 1"/>
          <p:cNvSpPr>
            <a:spLocks noGrp="1"/>
          </p:cNvSpPr>
          <p:nvPr>
            <p:ph type="title"/>
          </p:nvPr>
        </p:nvSpPr>
        <p:spPr>
          <a:xfrm>
            <a:off x="720000" y="576000"/>
            <a:ext cx="8640000" cy="2520000"/>
          </a:xfrm>
          <a:prstGeom prst="rect">
            <a:avLst/>
          </a:prstGeom>
          <a:noFill/>
          <a:ln w="0">
            <a:noFill/>
          </a:ln>
        </p:spPr>
        <p:txBody>
          <a:bodyPr lIns="0" tIns="0" rIns="0" bIns="0" anchor="ctr">
            <a:normAutofit fontScale="77500" lnSpcReduction="19999"/>
          </a:bodyPr>
          <a:p>
            <a:pPr indent="0" algn="l">
              <a:buNone/>
            </a:pPr>
            <a:r>
              <a:rPr lang="ru-RU" sz="7200" b="1" u="none" strike="noStrike">
                <a:solidFill>
                  <a:srgbClr val="FFFFFF"/>
                </a:solidFill>
                <a:effectLst/>
                <a:uFillTx/>
                <a:latin typeface="Noto Sans"/>
              </a:rPr>
              <a:t>Презентация-отчет по производственной практике</a:t>
            </a:r>
            <a:endParaRPr lang="ru-RU" sz="7200" b="1" u="none" strike="noStrike">
              <a:solidFill>
                <a:srgbClr val="FFFFFF"/>
              </a:solidFill>
              <a:effectLst/>
              <a:uFillTx/>
              <a:latin typeface="Noto Sans"/>
            </a:endParaRPr>
          </a:p>
        </p:txBody>
      </p:sp>
      <p:sp>
        <p:nvSpPr>
          <p:cNvPr id="111" name="PlaceHolder 2"/>
          <p:cNvSpPr>
            <a:spLocks noGrp="1"/>
          </p:cNvSpPr>
          <p:nvPr>
            <p:ph type="subTitle"/>
          </p:nvPr>
        </p:nvSpPr>
        <p:spPr>
          <a:xfrm>
            <a:off x="720000" y="3312000"/>
            <a:ext cx="6840000" cy="1800000"/>
          </a:xfrm>
          <a:prstGeom prst="rect">
            <a:avLst/>
          </a:prstGeom>
          <a:noFill/>
          <a:ln w="0">
            <a:noFill/>
          </a:ln>
        </p:spPr>
        <p:txBody>
          <a:bodyPr lIns="0" tIns="0" rIns="0" bIns="0" anchor="t">
            <a:normAutofit/>
          </a:bodyPr>
          <a:p>
            <a:pPr indent="0" algn="l">
              <a:lnSpc>
                <a:spcPct val="115000"/>
              </a:lnSpc>
              <a:buNone/>
            </a:pPr>
            <a:r>
              <a:rPr lang="ru-RU" sz="3200" b="0" u="none" strike="noStrike">
                <a:solidFill>
                  <a:srgbClr val="FFFFFF"/>
                </a:solidFill>
                <a:effectLst/>
                <a:uFillTx/>
                <a:latin typeface="Noto Sans"/>
              </a:rPr>
              <a:t>Подготовил: Коньков Арсений</a:t>
            </a:r>
            <a:endParaRPr lang="ru-RU" sz="3200" b="0" u="none" strike="noStrike">
              <a:solidFill>
                <a:srgbClr val="FFFFFF"/>
              </a:solidFill>
              <a:effectLst/>
              <a:uFillTx/>
              <a:latin typeface="Noto Sans"/>
            </a:endParaRPr>
          </a:p>
          <a:p>
            <a:pPr indent="0" algn="l">
              <a:lnSpc>
                <a:spcPct val="115000"/>
              </a:lnSpc>
              <a:buNone/>
            </a:pPr>
            <a:r>
              <a:rPr lang="ru-RU" sz="3200" b="0" u="none" strike="noStrike">
                <a:solidFill>
                  <a:srgbClr val="FFFFFF"/>
                </a:solidFill>
                <a:effectLst/>
                <a:uFillTx/>
                <a:latin typeface="Noto Sans"/>
              </a:rPr>
              <a:t>Группа: ПР-32</a:t>
            </a:r>
            <a:endParaRPr lang="ru-RU" sz="3200" b="0" u="none" strike="noStrike">
              <a:solidFill>
                <a:srgbClr val="FFFFFF"/>
              </a:solidFill>
              <a:effectLst/>
              <a:uFillTx/>
              <a:latin typeface="Noto Sans"/>
            </a:endParaRPr>
          </a:p>
        </p:txBody>
      </p:sp>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720000" y="0"/>
            <a:ext cx="8640000" cy="1260000"/>
          </a:xfrm>
          <a:prstGeom prst="rect">
            <a:avLst/>
          </a:prstGeom>
          <a:noFill/>
          <a:ln w="0">
            <a:noFill/>
          </a:ln>
        </p:spPr>
        <p:txBody>
          <a:bodyPr lIns="0" tIns="0" rIns="0" bIns="0" anchor="ctr">
            <a:normAutofit/>
          </a:bodyPr>
          <a:p>
            <a:pPr indent="0" algn="l">
              <a:buNone/>
            </a:pPr>
            <a:r>
              <a:rPr lang="ru-RU" sz="7200" b="1" u="none" strike="noStrike">
                <a:solidFill>
                  <a:srgbClr val="FFFFFF"/>
                </a:solidFill>
                <a:effectLst/>
                <a:uFillTx/>
                <a:latin typeface="Noto Sans"/>
              </a:rPr>
              <a:t>Введение</a:t>
            </a:r>
            <a:endParaRPr lang="ru-RU" sz="7200" b="1" u="none" strike="noStrike">
              <a:solidFill>
                <a:srgbClr val="FFFFFF"/>
              </a:solidFill>
              <a:effectLst/>
              <a:uFillTx/>
              <a:latin typeface="Noto Sans"/>
            </a:endParaRPr>
          </a:p>
        </p:txBody>
      </p:sp>
      <p:sp>
        <p:nvSpPr>
          <p:cNvPr id="113" name="PlaceHolder 2"/>
          <p:cNvSpPr>
            <a:spLocks noGrp="1"/>
          </p:cNvSpPr>
          <p:nvPr>
            <p:ph/>
          </p:nvPr>
        </p:nvSpPr>
        <p:spPr>
          <a:xfrm>
            <a:off x="720000" y="1260000"/>
            <a:ext cx="9180000" cy="4140000"/>
          </a:xfrm>
          <a:prstGeom prst="rect">
            <a:avLst/>
          </a:prstGeom>
          <a:noFill/>
          <a:ln w="0">
            <a:noFill/>
          </a:ln>
        </p:spPr>
        <p:txBody>
          <a:bodyPr lIns="0" tIns="0" rIns="0" bIns="0" anchor="t">
            <a:normAutofit/>
          </a:bodyPr>
          <a:p>
            <a:pPr marL="432000" indent="0" algn="l">
              <a:spcBef>
                <a:spcPts val="1417"/>
              </a:spcBef>
              <a:buNone/>
            </a:pPr>
            <a:r>
              <a:rPr lang="ru-RU" sz="3200" b="0" u="none" strike="noStrike">
                <a:solidFill>
                  <a:srgbClr val="FFFFFF"/>
                </a:solidFill>
                <a:effectLst/>
                <a:uFillTx/>
                <a:latin typeface="Noto Sans"/>
              </a:rPr>
              <a:t>Цели:</a:t>
            </a:r>
            <a:endParaRPr lang="ru-RU" sz="3200" b="0" u="none" strike="noStrike">
              <a:solidFill>
                <a:srgbClr val="FFFFFF"/>
              </a:solidFill>
              <a:effectLst/>
              <a:uFillTx/>
              <a:latin typeface="Noto Sans"/>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Изучить архитектуру микросервисов на платформе ASP.NET Core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Освоить разработку REST API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Научиться работать с Entity Framework Core и SQLite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Освоить интеграцию микросервисов </a:t>
            </a:r>
            <a:endParaRPr lang="ru-RU" sz="1000" b="0" u="none" strike="noStrike">
              <a:solidFill>
                <a:srgbClr val="FFFFFF"/>
              </a:solidFill>
              <a:effectLst/>
              <a:uFillTx/>
              <a:latin typeface="Liberation Mono;Courier New;DejaVu Sans Mono"/>
            </a:endParaRPr>
          </a:p>
          <a:p>
            <a:pPr marL="432000" indent="0" algn="l">
              <a:spcBef>
                <a:spcPts val="1417"/>
              </a:spcBef>
              <a:buNone/>
            </a:pPr>
            <a:r>
              <a:rPr lang="ru-RU" sz="3200" b="0" u="none" strike="noStrike">
                <a:solidFill>
                  <a:srgbClr val="FFFFFF"/>
                </a:solidFill>
                <a:effectLst/>
                <a:uFillTx/>
                <a:latin typeface="Noto Sans"/>
              </a:rPr>
              <a:t>Задачи:</a:t>
            </a:r>
            <a:endParaRPr lang="ru-RU" sz="32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Разработать 5 микросервисов для расчёта стоимости строительных объектов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Интегрировать базу данных SQLite с использованием EF Core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Реализовать API Gateway для объединения сервисов </a:t>
            </a:r>
            <a:endParaRPr lang="ru-RU" sz="1000" b="0" u="none" strike="noStrike">
              <a:solidFill>
                <a:srgbClr val="FFFFFF"/>
              </a:solidFill>
              <a:effectLst/>
              <a:uFillTx/>
              <a:latin typeface="Liberation Mono;Courier New;DejaVu Sans Mono"/>
            </a:endParaRPr>
          </a:p>
          <a:p>
            <a:pPr marL="432000" indent="-324000" algn="l">
              <a:spcBef>
                <a:spcPts val="1417"/>
              </a:spcBef>
              <a:buClr>
                <a:srgbClr val="FFFFFF"/>
              </a:buClr>
              <a:buSzPct val="45000"/>
              <a:buFont typeface="Wingdings" charset="2"/>
              <a:buChar char=""/>
            </a:pPr>
            <a:r>
              <a:rPr lang="ru-RU" sz="1000" b="0" u="none" strike="noStrike">
                <a:solidFill>
                  <a:srgbClr val="FFFFFF"/>
                </a:solidFill>
                <a:effectLst/>
                <a:uFillTx/>
                <a:latin typeface="Liberation Mono;Courier New;DejaVu Sans Mono"/>
              </a:rPr>
              <a:t>Создать фронтенд для визуализации работы системы </a:t>
            </a:r>
            <a:endParaRPr lang="ru-RU" sz="1000" b="0" u="none" strike="noStrike">
              <a:solidFill>
                <a:srgbClr val="FFFFFF"/>
              </a:solidFill>
              <a:effectLst/>
              <a:uFillTx/>
              <a:latin typeface="Liberation Mono;Courier New;DejaVu Sans Mono"/>
            </a:endParaRPr>
          </a:p>
          <a:p>
            <a:pPr indent="0" algn="l">
              <a:spcBef>
                <a:spcPts val="1417"/>
              </a:spcBef>
              <a:buNone/>
            </a:pPr>
            <a:endParaRPr lang="ru-RU" sz="1000" b="0" u="none" strike="noStrike">
              <a:solidFill>
                <a:srgbClr val="FFFFFF"/>
              </a:solidFill>
              <a:effectLst/>
              <a:uFillTx/>
              <a:latin typeface="Liberation Mono;Courier New;DejaVu Sans Mono"/>
            </a:endParaRPr>
          </a:p>
        </p:txBody>
      </p:sp>
    </p:spTree>
  </p:cSld>
  <p:transition>
    <p:fade/>
  </p:transition>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title"/>
          </p:nvPr>
        </p:nvSpPr>
        <p:spPr>
          <a:xfrm>
            <a:off x="720000" y="576000"/>
            <a:ext cx="8640000" cy="684000"/>
          </a:xfrm>
          <a:prstGeom prst="rect">
            <a:avLst/>
          </a:prstGeom>
          <a:noFill/>
          <a:ln w="0">
            <a:noFill/>
          </a:ln>
        </p:spPr>
        <p:txBody>
          <a:bodyPr lIns="0" tIns="0" rIns="0" bIns="0" anchor="ctr">
            <a:normAutofit/>
          </a:bodyPr>
          <a:p>
            <a:pPr indent="0" algn="l">
              <a:buNone/>
            </a:pPr>
            <a:r>
              <a:rPr lang="ru-RU" sz="3200" b="1" u="none" strike="noStrike">
                <a:solidFill>
                  <a:srgbClr val="FFFFFF"/>
                </a:solidFill>
                <a:effectLst/>
                <a:uFillTx/>
                <a:latin typeface="Noto Sans"/>
              </a:rPr>
              <a:t>Используемые технологии</a:t>
            </a:r>
            <a:endParaRPr lang="ru-RU" sz="3200" b="1" u="none" strike="noStrike">
              <a:solidFill>
                <a:srgbClr val="FFFFFF"/>
              </a:solidFill>
              <a:effectLst/>
              <a:uFillTx/>
              <a:latin typeface="Noto Sans"/>
            </a:endParaRPr>
          </a:p>
        </p:txBody>
      </p:sp>
      <p:sp>
        <p:nvSpPr>
          <p:cNvPr id="115" name="PlaceHolder 2"/>
          <p:cNvSpPr>
            <a:spLocks noGrp="1"/>
          </p:cNvSpPr>
          <p:nvPr>
            <p:ph/>
          </p:nvPr>
        </p:nvSpPr>
        <p:spPr>
          <a:xfrm>
            <a:off x="360000" y="1800000"/>
            <a:ext cx="9000000" cy="1440000"/>
          </a:xfrm>
          <a:prstGeom prst="rect">
            <a:avLst/>
          </a:prstGeom>
          <a:noFill/>
          <a:ln w="0">
            <a:noFill/>
          </a:ln>
        </p:spPr>
        <p:txBody>
          <a:bodyPr lIns="0" tIns="0" rIns="0" bIns="0" anchor="t">
            <a:normAutofit/>
          </a:bodyPr>
          <a:p>
            <a:pPr marL="432000" indent="0" algn="l">
              <a:spcBef>
                <a:spcPts val="1417"/>
              </a:spcBef>
              <a:buNone/>
            </a:pPr>
            <a:r>
              <a:rPr lang="ru-RU" sz="1000" b="0" u="none" strike="noStrike">
                <a:solidFill>
                  <a:srgbClr val="FFFFFF"/>
                </a:solidFill>
                <a:effectLst/>
                <a:uFillTx/>
                <a:latin typeface="Liberation Mono;Courier New;DejaVu Sans Mono"/>
              </a:rPr>
              <a:t>Среда разработки: Visual Studio 2022 </a:t>
            </a:r>
            <a:endParaRPr lang="ru-RU" sz="1000" b="0" u="none" strike="noStrike">
              <a:solidFill>
                <a:srgbClr val="FFFFFF"/>
              </a:solidFill>
              <a:effectLst/>
              <a:uFillTx/>
              <a:latin typeface="Liberation Mono;Courier New;DejaVu Sans Mono"/>
            </a:endParaRPr>
          </a:p>
          <a:p>
            <a:pPr marL="432000" indent="0" algn="l">
              <a:spcBef>
                <a:spcPts val="1417"/>
              </a:spcBef>
              <a:buNone/>
            </a:pPr>
            <a:r>
              <a:rPr lang="ru-RU" sz="1000" b="0" u="none" strike="noStrike">
                <a:solidFill>
                  <a:srgbClr val="FFFFFF"/>
                </a:solidFill>
                <a:effectLst/>
                <a:uFillTx/>
                <a:latin typeface="Liberation Mono;Courier New;DejaVu Sans Mono"/>
              </a:rPr>
              <a:t>Язык программирования: C# </a:t>
            </a:r>
            <a:endParaRPr lang="ru-RU" sz="1000" b="0" u="none" strike="noStrike">
              <a:solidFill>
                <a:srgbClr val="FFFFFF"/>
              </a:solidFill>
              <a:effectLst/>
              <a:uFillTx/>
              <a:latin typeface="Liberation Mono;Courier New;DejaVu Sans Mono"/>
            </a:endParaRPr>
          </a:p>
          <a:p>
            <a:pPr marL="432000" indent="0" algn="l">
              <a:spcBef>
                <a:spcPts val="1417"/>
              </a:spcBef>
              <a:buNone/>
            </a:pPr>
            <a:r>
              <a:rPr lang="ru-RU" sz="1000" b="0" u="none" strike="noStrike">
                <a:solidFill>
                  <a:srgbClr val="FFFFFF"/>
                </a:solidFill>
                <a:effectLst/>
                <a:uFillTx/>
                <a:latin typeface="Liberation Mono;Courier New;DejaVu Sans Mono"/>
              </a:rPr>
              <a:t>Фреймворки: ASP.NET Core Minimal API, Entity Framework Core </a:t>
            </a:r>
            <a:endParaRPr lang="ru-RU" sz="1000" b="0" u="none" strike="noStrike">
              <a:solidFill>
                <a:srgbClr val="FFFFFF"/>
              </a:solidFill>
              <a:effectLst/>
              <a:uFillTx/>
              <a:latin typeface="Liberation Mono;Courier New;DejaVu Sans Mono"/>
            </a:endParaRPr>
          </a:p>
          <a:p>
            <a:pPr marL="432000" indent="0" algn="l">
              <a:spcBef>
                <a:spcPts val="1417"/>
              </a:spcBef>
              <a:buNone/>
            </a:pPr>
            <a:r>
              <a:rPr lang="ru-RU" sz="1000" b="0" u="none" strike="noStrike">
                <a:solidFill>
                  <a:srgbClr val="FFFFFF"/>
                </a:solidFill>
                <a:effectLst/>
                <a:uFillTx/>
                <a:latin typeface="Liberation Mono;Courier New;DejaVu Sans Mono"/>
              </a:rPr>
              <a:t>База данных: SQLite </a:t>
            </a:r>
            <a:endParaRPr lang="ru-RU" sz="1000" b="0" u="none" strike="noStrike">
              <a:solidFill>
                <a:srgbClr val="FFFFFF"/>
              </a:solidFill>
              <a:effectLst/>
              <a:uFillTx/>
              <a:latin typeface="Liberation Mono;Courier New;DejaVu Sans Mono"/>
            </a:endParaRPr>
          </a:p>
        </p:txBody>
      </p:sp>
    </p:spTree>
  </p:cSld>
  <p:transition>
    <p:fade/>
  </p:transition>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720000" y="360000"/>
            <a:ext cx="8640000" cy="1224000"/>
          </a:xfrm>
          <a:prstGeom prst="rect">
            <a:avLst/>
          </a:prstGeom>
          <a:noFill/>
          <a:ln w="0">
            <a:noFill/>
          </a:ln>
        </p:spPr>
        <p:txBody>
          <a:bodyPr lIns="0" tIns="0" rIns="0" bIns="0" anchor="ctr">
            <a:normAutofit fontScale="55000" lnSpcReduction="19999"/>
          </a:bodyPr>
          <a:p>
            <a:pPr indent="0" algn="l">
              <a:buNone/>
            </a:pPr>
            <a:endParaRPr lang="ru-RU" sz="7200" b="1" u="none" strike="noStrike">
              <a:solidFill>
                <a:srgbClr val="FFFFFF"/>
              </a:solidFill>
              <a:effectLst/>
              <a:uFillTx/>
              <a:latin typeface="Noto Sans"/>
            </a:endParaRPr>
          </a:p>
        </p:txBody>
      </p:sp>
      <p:pic>
        <p:nvPicPr>
          <p:cNvPr id="117" name=""/>
          <p:cNvPicPr/>
          <p:nvPr/>
        </p:nvPicPr>
        <p:blipFill>
          <a:blip r:embed="rId1"/>
          <a:stretch/>
        </p:blipFill>
        <p:spPr>
          <a:xfrm>
            <a:off x="720000" y="1800000"/>
            <a:ext cx="3650760" cy="3509640"/>
          </a:xfrm>
          <a:prstGeom prst="rect">
            <a:avLst/>
          </a:prstGeom>
          <a:noFill/>
          <a:ln w="0">
            <a:noFill/>
          </a:ln>
        </p:spPr>
      </p:pic>
    </p:spTree>
  </p:cSld>
  <p:transition>
    <p:fade/>
  </p:transition>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4</TotalTime>
  <Application>LibreOffice/26.2.4.1$Windows_X86_64 LibreOffice_project/1a563c585d9fd784842a5a6101a714090c4fd0fd</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2026-07-01T18:29:13Z</dcterms:created>
  <dc:creator/>
  <dc:description>
               Freshes - LibreOffice Impress Template
                        by Risyad Rais
Freshes Template is supposed to be a template for LibreOffice
Impress. But I guess calling it a placeholder or sample slides might be even
more suitable since it's not really optimized properly for LibreOffice Impress
Workflow.
This template is made as an answer to Indonesian LibreOffice Community and
Gimpscape ID's call-to-arms to contribute to the 10th anniversary of
LibreOffice celebration.
##How to
###Normal slides
1. Duplicate the slide you want to edit
2. Edit the texts
3. Rearrange the slides and remove the ones you don't need
###Icons
To change icons, go to: "Insert -&gt; Special Character"
and choose the one you like.
###Chart slides
1. Double click the chart
2. Edit Data Table
##Features
1. A fresh looking first and last slide with huge typography
2. Covered single bullet to four bullets slides
3. Charts available in two styles: Collumns and Lines
4. A very mediocre looking Diagram and Table slide
5. Timeline slides
6. Super simple Closing slide
If you tried this and have any suggestions, feel free to send a mail: satmo54[at]gmail[dot]com
##Acknowledgements
Here's some resources I used to make this template:
###Images
Images used here are licensed under [Unsplash License](https://unsplash.com/license).
1. [White clouds and blue skies](https://unsplash.com/photos/DbwYNr8RPbg) by Resul on Unsplash.
2. [Four on flight hot air balloons](https://unsplash.com/photos/HcuKlhq4osM) by C.Valdez on Unsplash.
##License
This template is released under CC by SA 4.0 License. Other resources used in
this template have their own respective licenses you might want to check.
    </dc:description>
  <dc:language>ru-RU</dc:language>
  <cp:lastModifiedBy/>
  <dcterms:modified xsi:type="dcterms:W3CDTF">2026-07-01T18:58:23Z</dcterms:modified>
  <cp:revision>2</cp:revision>
  <dc:subject/>
  <dc:title>Freshes</dc:title>
</cp:coreProperties>
</file>